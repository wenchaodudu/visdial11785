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41" autoAdjust="0"/>
    <p:restoredTop sz="94828" autoAdjust="0"/>
  </p:normalViewPr>
  <p:slideViewPr>
    <p:cSldViewPr snapToGrid="0" snapToObjects="1" showGuides="1">
      <p:cViewPr>
        <p:scale>
          <a:sx n="44" d="100"/>
          <a:sy n="44" d="100"/>
        </p:scale>
        <p:origin x="344" y="-3248"/>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30"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31"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32"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33"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54"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55"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56"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57"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19"/>
            <a:ext cx="12944945" cy="3720043"/>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answer. In our project, we attempt to first reproduce the state-of-the-art method using the widely used Visual Dialog dataset, which outperforms many other sophisticated baselines. This method uses a Late Fusion encoder with a discriminative decoder.  We also decrease the model size and still obtain comparable results by using an attention mechanism. Finally, we attempt to propose a new algorithm for further improvements 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616503"/>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p>
          <a:p>
            <a:r>
              <a:rPr lang="en-US" b="1" dirty="0" smtClean="0">
                <a:solidFill>
                  <a:schemeClr val="tx1"/>
                </a:solidFill>
              </a:rPr>
              <a:t>Limitation</a:t>
            </a:r>
            <a:r>
              <a:rPr lang="en-US" dirty="0" smtClean="0">
                <a:solidFill>
                  <a:schemeClr val="tx1"/>
                </a:solidFill>
              </a:rPr>
              <a:t>: Due to hardware constraints, we use smaller hidden size (200) and word embedding size (200) as opposed to 512 and 300 in Das et al.. We are able to get results that are close to what were reported by the authors.</a:t>
            </a:r>
            <a:endParaRPr lang="en-US" dirty="0">
              <a:solidFill>
                <a:schemeClr val="tx1"/>
              </a:solidFill>
            </a:endParaRPr>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103878"/>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042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CIT, </a:t>
            </a:r>
            <a:r>
              <a:rPr lang="en-US" dirty="0"/>
              <a:t>E</a:t>
            </a:r>
            <a:r>
              <a:rPr lang="en-US" dirty="0" smtClean="0"/>
              <a:t>CE,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18950" y="12222780"/>
            <a:ext cx="9982559" cy="3335433"/>
          </a:xfrm>
          <a:prstGeom prst="rect">
            <a:avLst/>
          </a:prstGeom>
        </p:spPr>
      </p:pic>
      <p:sp>
        <p:nvSpPr>
          <p:cNvPr id="23" name="Text Placeholder 84"/>
          <p:cNvSpPr txBox="1">
            <a:spLocks/>
          </p:cNvSpPr>
          <p:nvPr/>
        </p:nvSpPr>
        <p:spPr>
          <a:xfrm>
            <a:off x="535618" y="1142967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84427"/>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535618" y="2378819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438716"/>
            <a:ext cx="12422541" cy="4001933"/>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96717" y="24529267"/>
            <a:ext cx="12300154" cy="4353671"/>
          </a:xfrm>
          <a:prstGeom prst="rect">
            <a:avLst/>
          </a:prstGeom>
        </p:spPr>
      </p:pic>
      <p:sp>
        <p:nvSpPr>
          <p:cNvPr id="2" name="TextBox 1"/>
          <p:cNvSpPr txBox="1"/>
          <p:nvPr/>
        </p:nvSpPr>
        <p:spPr>
          <a:xfrm>
            <a:off x="1161806" y="15818984"/>
            <a:ext cx="11862449" cy="1754326"/>
          </a:xfrm>
          <a:prstGeom prst="rect">
            <a:avLst/>
          </a:prstGeom>
          <a:noFill/>
        </p:spPr>
        <p:txBody>
          <a:bodyPr wrap="square" rtlCol="0">
            <a:spAutoFit/>
          </a:bodyPr>
          <a:lstStyle/>
          <a:p>
            <a:r>
              <a:rPr lang="en-US" sz="2160" dirty="0" smtClean="0">
                <a:latin typeface="Times New Roman" panose="02020603050405020304" pitchFamily="18" charset="0"/>
                <a:cs typeface="Times New Roman" panose="02020603050405020304" pitchFamily="18" charset="0"/>
              </a:rPr>
              <a:t>We first decided to use a Late Fusion Discriminative model as the baseline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LSTM encoding of the answer options to get an evaluation metric.</a:t>
            </a:r>
            <a:endParaRPr lang="en-US" sz="2160" dirty="0" smtClean="0">
              <a:latin typeface="Times New Roman" panose="02020603050405020304" pitchFamily="18" charset="0"/>
              <a:cs typeface="Times New Roman" panose="02020603050405020304" pitchFamily="18" charset="0"/>
            </a:endParaRPr>
          </a:p>
        </p:txBody>
      </p:sp>
      <p:sp>
        <p:nvSpPr>
          <p:cNvPr id="6" name="TextBox 5"/>
          <p:cNvSpPr txBox="1"/>
          <p:nvPr/>
        </p:nvSpPr>
        <p:spPr>
          <a:xfrm>
            <a:off x="1339588" y="28980839"/>
            <a:ext cx="11506884" cy="2751522"/>
          </a:xfrm>
          <a:prstGeom prst="rect">
            <a:avLst/>
          </a:prstGeom>
          <a:noFill/>
        </p:spPr>
        <p:txBody>
          <a:bodyPr wrap="square" rtlCol="0">
            <a:spAutoFit/>
          </a:bodyPr>
          <a:lstStyle/>
          <a:p>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which comes from question and image. The 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distribution. In the generative process, we just initialize our first and last words as the start index and end index.</a:t>
            </a:r>
            <a:endParaRPr lang="en-US" sz="2160" dirty="0" smtClean="0">
              <a:latin typeface="Times New Roman" charset="0"/>
              <a:ea typeface="Times New Roman" charset="0"/>
              <a:cs typeface="Times New Roman" charset="0"/>
            </a:endParaRPr>
          </a:p>
        </p:txBody>
      </p:sp>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1314</TotalTime>
  <Words>841</Words>
  <Application>Microsoft Macintosh PowerPoint</Application>
  <PresentationFormat>Custom</PresentationFormat>
  <Paragraphs>34</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Arial</vt:lpstr>
      <vt:lpstr>Calibri</vt:lpstr>
      <vt:lpstr>Times New Roman</vt:lpstr>
      <vt:lpstr>Trebuchet MS</vt:lpstr>
      <vt:lpstr>宋体</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Parunapu</cp:lastModifiedBy>
  <cp:revision>35</cp:revision>
  <dcterms:created xsi:type="dcterms:W3CDTF">2012-02-10T00:10:15Z</dcterms:created>
  <dcterms:modified xsi:type="dcterms:W3CDTF">2018-05-06T21:50:12Z</dcterms:modified>
</cp:coreProperties>
</file>