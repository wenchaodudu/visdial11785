
<file path=[Content_Types].xml><?xml version="1.0" encoding="utf-8"?>
<Types xmlns="http://schemas.openxmlformats.org/package/2006/content-types">
  <Default Extension="xml" ContentType="application/xml"/>
  <Default Extension="wmf" ContentType="image/x-wmf"/>
  <Default Extension="jpeg" ContentType="image/jpeg"/>
  <Default Extension="rels" ContentType="application/vnd.openxmlformats-package.relationships+xml"/>
  <Default Extension="vml" ContentType="application/vnd.openxmlformats-officedocument.vmlDrawing"/>
  <Default Extension="bin" ContentType="application/vnd.openxmlformats-officedocument.oleObject"/>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3" r:id="rId2"/>
  </p:sldMasterIdLst>
  <p:notesMasterIdLst>
    <p:notesMasterId r:id="rId4"/>
  </p:notesMasterIdLst>
  <p:handoutMasterIdLst>
    <p:handoutMasterId r:id="rId5"/>
  </p:handoutMasterIdLst>
  <p:sldIdLst>
    <p:sldId id="256" r:id="rId3"/>
  </p:sldIdLst>
  <p:sldSz cx="27432000" cy="32918400"/>
  <p:notesSz cx="6858000" cy="9144000"/>
  <p:defaultTextStyle>
    <a:defPPr>
      <a:defRPr lang="en-US"/>
    </a:defPPr>
    <a:lvl1pPr marL="0" algn="l" defTabSz="3765366" rtl="0" eaLnBrk="1" latinLnBrk="0" hangingPunct="1">
      <a:defRPr sz="7400" kern="1200">
        <a:solidFill>
          <a:schemeClr val="tx1"/>
        </a:solidFill>
        <a:latin typeface="+mn-lt"/>
        <a:ea typeface="+mn-ea"/>
        <a:cs typeface="+mn-cs"/>
      </a:defRPr>
    </a:lvl1pPr>
    <a:lvl2pPr marL="1882684" algn="l" defTabSz="3765366" rtl="0" eaLnBrk="1" latinLnBrk="0" hangingPunct="1">
      <a:defRPr sz="7400" kern="1200">
        <a:solidFill>
          <a:schemeClr val="tx1"/>
        </a:solidFill>
        <a:latin typeface="+mn-lt"/>
        <a:ea typeface="+mn-ea"/>
        <a:cs typeface="+mn-cs"/>
      </a:defRPr>
    </a:lvl2pPr>
    <a:lvl3pPr marL="3765366" algn="l" defTabSz="3765366" rtl="0" eaLnBrk="1" latinLnBrk="0" hangingPunct="1">
      <a:defRPr sz="7400" kern="1200">
        <a:solidFill>
          <a:schemeClr val="tx1"/>
        </a:solidFill>
        <a:latin typeface="+mn-lt"/>
        <a:ea typeface="+mn-ea"/>
        <a:cs typeface="+mn-cs"/>
      </a:defRPr>
    </a:lvl3pPr>
    <a:lvl4pPr marL="5648049" algn="l" defTabSz="3765366" rtl="0" eaLnBrk="1" latinLnBrk="0" hangingPunct="1">
      <a:defRPr sz="7400" kern="1200">
        <a:solidFill>
          <a:schemeClr val="tx1"/>
        </a:solidFill>
        <a:latin typeface="+mn-lt"/>
        <a:ea typeface="+mn-ea"/>
        <a:cs typeface="+mn-cs"/>
      </a:defRPr>
    </a:lvl4pPr>
    <a:lvl5pPr marL="7530731" algn="l" defTabSz="3765366" rtl="0" eaLnBrk="1" latinLnBrk="0" hangingPunct="1">
      <a:defRPr sz="7400" kern="1200">
        <a:solidFill>
          <a:schemeClr val="tx1"/>
        </a:solidFill>
        <a:latin typeface="+mn-lt"/>
        <a:ea typeface="+mn-ea"/>
        <a:cs typeface="+mn-cs"/>
      </a:defRPr>
    </a:lvl5pPr>
    <a:lvl6pPr marL="9413415" algn="l" defTabSz="3765366" rtl="0" eaLnBrk="1" latinLnBrk="0" hangingPunct="1">
      <a:defRPr sz="7400" kern="1200">
        <a:solidFill>
          <a:schemeClr val="tx1"/>
        </a:solidFill>
        <a:latin typeface="+mn-lt"/>
        <a:ea typeface="+mn-ea"/>
        <a:cs typeface="+mn-cs"/>
      </a:defRPr>
    </a:lvl6pPr>
    <a:lvl7pPr marL="11296099" algn="l" defTabSz="3765366" rtl="0" eaLnBrk="1" latinLnBrk="0" hangingPunct="1">
      <a:defRPr sz="7400" kern="1200">
        <a:solidFill>
          <a:schemeClr val="tx1"/>
        </a:solidFill>
        <a:latin typeface="+mn-lt"/>
        <a:ea typeface="+mn-ea"/>
        <a:cs typeface="+mn-cs"/>
      </a:defRPr>
    </a:lvl7pPr>
    <a:lvl8pPr marL="13178781" algn="l" defTabSz="3765366" rtl="0" eaLnBrk="1" latinLnBrk="0" hangingPunct="1">
      <a:defRPr sz="7400" kern="1200">
        <a:solidFill>
          <a:schemeClr val="tx1"/>
        </a:solidFill>
        <a:latin typeface="+mn-lt"/>
        <a:ea typeface="+mn-ea"/>
        <a:cs typeface="+mn-cs"/>
      </a:defRPr>
    </a:lvl8pPr>
    <a:lvl9pPr marL="15061465" algn="l" defTabSz="3765366" rtl="0" eaLnBrk="1" latinLnBrk="0" hangingPunct="1">
      <a:defRPr sz="7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18" userDrawn="1">
          <p15:clr>
            <a:srgbClr val="A4A3A4"/>
          </p15:clr>
        </p15:guide>
        <p15:guide id="2" orient="horz" pos="288" userDrawn="1">
          <p15:clr>
            <a:srgbClr val="A4A3A4"/>
          </p15:clr>
        </p15:guide>
        <p15:guide id="3" orient="horz" pos="20160" userDrawn="1">
          <p15:clr>
            <a:srgbClr val="A4A3A4"/>
          </p15:clr>
        </p15:guide>
        <p15:guide id="4" orient="horz" userDrawn="1">
          <p15:clr>
            <a:srgbClr val="A4A3A4"/>
          </p15:clr>
        </p15:guide>
        <p15:guide id="5" pos="364" userDrawn="1">
          <p15:clr>
            <a:srgbClr val="A4A3A4"/>
          </p15:clr>
        </p15:guide>
        <p15:guide id="6" pos="16918"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662" autoAdjust="0"/>
    <p:restoredTop sz="94919" autoAdjust="0"/>
  </p:normalViewPr>
  <p:slideViewPr>
    <p:cSldViewPr snapToGrid="0" snapToObjects="1" showGuides="1">
      <p:cViewPr>
        <p:scale>
          <a:sx n="50" d="100"/>
          <a:sy n="50" d="100"/>
        </p:scale>
        <p:origin x="1024" y="-808"/>
      </p:cViewPr>
      <p:guideLst>
        <p:guide orient="horz" pos="3318"/>
        <p:guide orient="horz" pos="288"/>
        <p:guide orient="horz" pos="20160"/>
        <p:guide orient="horz"/>
        <p:guide pos="364"/>
        <p:guide pos="16918"/>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3" d="100"/>
          <a:sy n="83" d="100"/>
        </p:scale>
        <p:origin x="-2730"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handoutMaster" Target="handoutMasters/handoutMaster1.xml"/><Relationship Id="rId6" Type="http://schemas.openxmlformats.org/officeDocument/2006/relationships/commentAuthors" Target="commentAuthors.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 Type="http://schemas.openxmlformats.org/officeDocument/2006/relationships/slideMaster" Target="slideMasters/slideMaster1.xml"/><Relationship Id="rId2" Type="http://schemas.openxmlformats.org/officeDocument/2006/relationships/slideMaster" Target="slideMasters/slideMaster2.xml"/></Relationships>
</file>

<file path=ppt/drawings/_rels/vmlDrawing1.vml.rels><?xml version="1.0" encoding="UTF-8" standalone="yes"?>
<Relationships xmlns="http://schemas.openxmlformats.org/package/2006/relationships"><Relationship Id="rId3" Type="http://schemas.openxmlformats.org/officeDocument/2006/relationships/image" Target="../media/image3.wmf"/><Relationship Id="rId4" Type="http://schemas.openxmlformats.org/officeDocument/2006/relationships/image" Target="../media/image4.wmf"/><Relationship Id="rId1" Type="http://schemas.openxmlformats.org/officeDocument/2006/relationships/image" Target="../media/image1.wmf"/><Relationship Id="rId2" Type="http://schemas.openxmlformats.org/officeDocument/2006/relationships/image" Target="../media/image2.w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3.wmf"/><Relationship Id="rId4" Type="http://schemas.openxmlformats.org/officeDocument/2006/relationships/image" Target="../media/image4.wmf"/><Relationship Id="rId1" Type="http://schemas.openxmlformats.org/officeDocument/2006/relationships/image" Target="../media/image1.wmf"/><Relationship Id="rId2" Type="http://schemas.openxmlformats.org/officeDocument/2006/relationships/image" Target="../media/image2.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5/5/18</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15330066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5/5/18</a:t>
            </a:fld>
            <a:endParaRPr lang="en-US" dirty="0"/>
          </a:p>
        </p:txBody>
      </p:sp>
      <p:sp>
        <p:nvSpPr>
          <p:cNvPr id="4" name="Slide Image Placeholder 3"/>
          <p:cNvSpPr>
            <a:spLocks noGrp="1" noRot="1" noChangeAspect="1"/>
          </p:cNvSpPr>
          <p:nvPr>
            <p:ph type="sldImg" idx="2"/>
          </p:nvPr>
        </p:nvSpPr>
        <p:spPr>
          <a:xfrm>
            <a:off x="2000250" y="685800"/>
            <a:ext cx="28575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675050545"/>
      </p:ext>
    </p:extLst>
  </p:cSld>
  <p:clrMap bg1="lt1" tx1="dk1" bg2="lt2" tx2="dk2" accent1="accent1" accent2="accent2" accent3="accent3" accent4="accent4" accent5="accent5" accent6="accent6" hlink="hlink" folHlink="folHlink"/>
  <p:notesStyle>
    <a:lvl1pPr marL="0" algn="l" defTabSz="3765366" rtl="0" eaLnBrk="1" latinLnBrk="0" hangingPunct="1">
      <a:defRPr sz="5000" kern="1200">
        <a:solidFill>
          <a:schemeClr val="tx1"/>
        </a:solidFill>
        <a:latin typeface="+mn-lt"/>
        <a:ea typeface="+mn-ea"/>
        <a:cs typeface="+mn-cs"/>
      </a:defRPr>
    </a:lvl1pPr>
    <a:lvl2pPr marL="1882684" algn="l" defTabSz="3765366" rtl="0" eaLnBrk="1" latinLnBrk="0" hangingPunct="1">
      <a:defRPr sz="5000" kern="1200">
        <a:solidFill>
          <a:schemeClr val="tx1"/>
        </a:solidFill>
        <a:latin typeface="+mn-lt"/>
        <a:ea typeface="+mn-ea"/>
        <a:cs typeface="+mn-cs"/>
      </a:defRPr>
    </a:lvl2pPr>
    <a:lvl3pPr marL="3765366" algn="l" defTabSz="3765366" rtl="0" eaLnBrk="1" latinLnBrk="0" hangingPunct="1">
      <a:defRPr sz="5000" kern="1200">
        <a:solidFill>
          <a:schemeClr val="tx1"/>
        </a:solidFill>
        <a:latin typeface="+mn-lt"/>
        <a:ea typeface="+mn-ea"/>
        <a:cs typeface="+mn-cs"/>
      </a:defRPr>
    </a:lvl3pPr>
    <a:lvl4pPr marL="5648049" algn="l" defTabSz="3765366" rtl="0" eaLnBrk="1" latinLnBrk="0" hangingPunct="1">
      <a:defRPr sz="5000" kern="1200">
        <a:solidFill>
          <a:schemeClr val="tx1"/>
        </a:solidFill>
        <a:latin typeface="+mn-lt"/>
        <a:ea typeface="+mn-ea"/>
        <a:cs typeface="+mn-cs"/>
      </a:defRPr>
    </a:lvl4pPr>
    <a:lvl5pPr marL="7530731" algn="l" defTabSz="3765366" rtl="0" eaLnBrk="1" latinLnBrk="0" hangingPunct="1">
      <a:defRPr sz="5000" kern="1200">
        <a:solidFill>
          <a:schemeClr val="tx1"/>
        </a:solidFill>
        <a:latin typeface="+mn-lt"/>
        <a:ea typeface="+mn-ea"/>
        <a:cs typeface="+mn-cs"/>
      </a:defRPr>
    </a:lvl5pPr>
    <a:lvl6pPr marL="9413415" algn="l" defTabSz="3765366" rtl="0" eaLnBrk="1" latinLnBrk="0" hangingPunct="1">
      <a:defRPr sz="5000" kern="1200">
        <a:solidFill>
          <a:schemeClr val="tx1"/>
        </a:solidFill>
        <a:latin typeface="+mn-lt"/>
        <a:ea typeface="+mn-ea"/>
        <a:cs typeface="+mn-cs"/>
      </a:defRPr>
    </a:lvl6pPr>
    <a:lvl7pPr marL="11296099" algn="l" defTabSz="3765366" rtl="0" eaLnBrk="1" latinLnBrk="0" hangingPunct="1">
      <a:defRPr sz="5000" kern="1200">
        <a:solidFill>
          <a:schemeClr val="tx1"/>
        </a:solidFill>
        <a:latin typeface="+mn-lt"/>
        <a:ea typeface="+mn-ea"/>
        <a:cs typeface="+mn-cs"/>
      </a:defRPr>
    </a:lvl7pPr>
    <a:lvl8pPr marL="13178781" algn="l" defTabSz="3765366" rtl="0" eaLnBrk="1" latinLnBrk="0" hangingPunct="1">
      <a:defRPr sz="5000" kern="1200">
        <a:solidFill>
          <a:schemeClr val="tx1"/>
        </a:solidFill>
        <a:latin typeface="+mn-lt"/>
        <a:ea typeface="+mn-ea"/>
        <a:cs typeface="+mn-cs"/>
      </a:defRPr>
    </a:lvl8pPr>
    <a:lvl9pPr marL="15061465" algn="l" defTabSz="3765366" rtl="0" eaLnBrk="1" latinLnBrk="0" hangingPunct="1">
      <a:defRPr sz="50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875819"/>
            <a:ext cx="1295628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6" name="Text Placeholder 5"/>
          <p:cNvSpPr>
            <a:spLocks noGrp="1"/>
          </p:cNvSpPr>
          <p:nvPr>
            <p:ph type="body" sz="quarter" idx="11" hasCustomPrompt="1"/>
          </p:nvPr>
        </p:nvSpPr>
        <p:spPr>
          <a:xfrm>
            <a:off x="576466" y="5286040"/>
            <a:ext cx="1294606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INTRODUCTION or ABSTRACT</a:t>
            </a:r>
            <a:endParaRPr lang="en-US" dirty="0"/>
          </a:p>
        </p:txBody>
      </p:sp>
      <p:sp>
        <p:nvSpPr>
          <p:cNvPr id="20" name="Text Placeholder 5"/>
          <p:cNvSpPr>
            <a:spLocks noGrp="1"/>
          </p:cNvSpPr>
          <p:nvPr>
            <p:ph type="body" sz="quarter" idx="20" hasCustomPrompt="1"/>
          </p:nvPr>
        </p:nvSpPr>
        <p:spPr>
          <a:xfrm>
            <a:off x="576462" y="14232814"/>
            <a:ext cx="12949224"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OBJECTIVES</a:t>
            </a:r>
            <a:endParaRPr lang="en-US" dirty="0"/>
          </a:p>
        </p:txBody>
      </p:sp>
      <p:sp>
        <p:nvSpPr>
          <p:cNvPr id="25" name="Text Placeholder 5"/>
          <p:cNvSpPr>
            <a:spLocks noGrp="1"/>
          </p:cNvSpPr>
          <p:nvPr>
            <p:ph type="body" sz="quarter" idx="25" hasCustomPrompt="1"/>
          </p:nvPr>
        </p:nvSpPr>
        <p:spPr>
          <a:xfrm>
            <a:off x="13856718" y="5286040"/>
            <a:ext cx="12945893"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CONCLUSIONS</a:t>
            </a:r>
            <a:endParaRPr lang="en-US" dirty="0"/>
          </a:p>
        </p:txBody>
      </p:sp>
      <p:sp>
        <p:nvSpPr>
          <p:cNvPr id="26" name="Text Placeholder 3"/>
          <p:cNvSpPr>
            <a:spLocks noGrp="1"/>
          </p:cNvSpPr>
          <p:nvPr>
            <p:ph type="body" sz="quarter" idx="26" hasCustomPrompt="1"/>
          </p:nvPr>
        </p:nvSpPr>
        <p:spPr>
          <a:xfrm>
            <a:off x="13856718" y="5875819"/>
            <a:ext cx="12945893"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27" name="Text Placeholder 5"/>
          <p:cNvSpPr>
            <a:spLocks noGrp="1"/>
          </p:cNvSpPr>
          <p:nvPr>
            <p:ph type="body" sz="quarter" idx="27" hasCustomPrompt="1"/>
          </p:nvPr>
        </p:nvSpPr>
        <p:spPr>
          <a:xfrm>
            <a:off x="13856717" y="14250177"/>
            <a:ext cx="1294233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REFERENCES</a:t>
            </a:r>
            <a:endParaRPr lang="en-US" dirty="0"/>
          </a:p>
        </p:txBody>
      </p:sp>
      <p:sp>
        <p:nvSpPr>
          <p:cNvPr id="28" name="Text Placeholder 3"/>
          <p:cNvSpPr>
            <a:spLocks noGrp="1"/>
          </p:cNvSpPr>
          <p:nvPr>
            <p:ph type="body" sz="quarter" idx="28" hasCustomPrompt="1"/>
          </p:nvPr>
        </p:nvSpPr>
        <p:spPr>
          <a:xfrm>
            <a:off x="13856717" y="14881760"/>
            <a:ext cx="1294729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29" name="Text Placeholder 5"/>
          <p:cNvSpPr>
            <a:spLocks noGrp="1"/>
          </p:cNvSpPr>
          <p:nvPr>
            <p:ph type="body" sz="quarter" idx="29" hasCustomPrompt="1"/>
          </p:nvPr>
        </p:nvSpPr>
        <p:spPr>
          <a:xfrm>
            <a:off x="13856718" y="25657896"/>
            <a:ext cx="12935857"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ACKNOWLEDGEMENTS or  CONTACT</a:t>
            </a:r>
            <a:endParaRPr lang="en-US" dirty="0"/>
          </a:p>
        </p:txBody>
      </p:sp>
      <p:sp>
        <p:nvSpPr>
          <p:cNvPr id="30" name="Text Placeholder 3"/>
          <p:cNvSpPr>
            <a:spLocks noGrp="1"/>
          </p:cNvSpPr>
          <p:nvPr>
            <p:ph type="body" sz="quarter" idx="30" hasCustomPrompt="1"/>
          </p:nvPr>
        </p:nvSpPr>
        <p:spPr>
          <a:xfrm>
            <a:off x="13856717" y="26304861"/>
            <a:ext cx="1294233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60" name="Text Placeholder 3"/>
          <p:cNvSpPr>
            <a:spLocks noGrp="1"/>
          </p:cNvSpPr>
          <p:nvPr>
            <p:ph type="body" sz="quarter" idx="96" hasCustomPrompt="1"/>
          </p:nvPr>
        </p:nvSpPr>
        <p:spPr>
          <a:xfrm>
            <a:off x="565119" y="14865828"/>
            <a:ext cx="1295740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76"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affiliations</a:t>
            </a:r>
            <a:endParaRPr lang="en-US" dirty="0"/>
          </a:p>
        </p:txBody>
      </p:sp>
      <p:sp>
        <p:nvSpPr>
          <p:cNvPr id="79"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authors</a:t>
            </a:r>
            <a:endParaRPr lang="en-US" dirty="0"/>
          </a:p>
        </p:txBody>
      </p:sp>
      <p:sp>
        <p:nvSpPr>
          <p:cNvPr id="80" name="Text Placeholder 76"/>
          <p:cNvSpPr>
            <a:spLocks noGrp="1"/>
          </p:cNvSpPr>
          <p:nvPr>
            <p:ph type="body" sz="quarter" idx="153"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title</a:t>
            </a:r>
            <a:endParaRPr lang="en-US" dirty="0"/>
          </a:p>
        </p:txBody>
      </p:sp>
    </p:spTree>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951495"/>
            <a:ext cx="628550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6" name="Text Placeholder 5"/>
          <p:cNvSpPr>
            <a:spLocks noGrp="1"/>
          </p:cNvSpPr>
          <p:nvPr>
            <p:ph type="body" sz="quarter" idx="11" hasCustomPrompt="1"/>
          </p:nvPr>
        </p:nvSpPr>
        <p:spPr>
          <a:xfrm>
            <a:off x="576465" y="5245583"/>
            <a:ext cx="6280548" cy="643172"/>
          </a:xfrm>
          <a:prstGeom prst="rect">
            <a:avLst/>
          </a:prstGeom>
          <a:noFill/>
        </p:spPr>
        <p:txBody>
          <a:bodyPr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INTRODUCTION</a:t>
            </a:r>
            <a:endParaRPr lang="en-US" dirty="0"/>
          </a:p>
        </p:txBody>
      </p:sp>
      <p:sp>
        <p:nvSpPr>
          <p:cNvPr id="19" name="Text Placeholder 3"/>
          <p:cNvSpPr>
            <a:spLocks noGrp="1"/>
          </p:cNvSpPr>
          <p:nvPr>
            <p:ph type="body" sz="quarter" idx="19" hasCustomPrompt="1"/>
          </p:nvPr>
        </p:nvSpPr>
        <p:spPr>
          <a:xfrm>
            <a:off x="564124" y="14790485"/>
            <a:ext cx="628650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0" name="Text Placeholder 5"/>
          <p:cNvSpPr>
            <a:spLocks noGrp="1"/>
          </p:cNvSpPr>
          <p:nvPr>
            <p:ph type="body" sz="quarter" idx="20" hasCustomPrompt="1"/>
          </p:nvPr>
        </p:nvSpPr>
        <p:spPr>
          <a:xfrm>
            <a:off x="576463" y="14191008"/>
            <a:ext cx="6281538"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OBJECTIVES</a:t>
            </a:r>
            <a:endParaRPr lang="en-US" dirty="0"/>
          </a:p>
        </p:txBody>
      </p:sp>
      <p:sp>
        <p:nvSpPr>
          <p:cNvPr id="21" name="Text Placeholder 3"/>
          <p:cNvSpPr>
            <a:spLocks noGrp="1"/>
          </p:cNvSpPr>
          <p:nvPr>
            <p:ph type="body" sz="quarter" idx="21" hasCustomPrompt="1"/>
          </p:nvPr>
        </p:nvSpPr>
        <p:spPr>
          <a:xfrm>
            <a:off x="7241977" y="5951495"/>
            <a:ext cx="1295003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2" name="Text Placeholder 5"/>
          <p:cNvSpPr>
            <a:spLocks noGrp="1"/>
          </p:cNvSpPr>
          <p:nvPr>
            <p:ph type="body" sz="quarter" idx="22" hasCustomPrompt="1"/>
          </p:nvPr>
        </p:nvSpPr>
        <p:spPr>
          <a:xfrm>
            <a:off x="7241979" y="5244234"/>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(header)  MATERIALS &amp; METHODS</a:t>
            </a:r>
            <a:endParaRPr lang="en-US" dirty="0"/>
          </a:p>
        </p:txBody>
      </p:sp>
      <p:sp>
        <p:nvSpPr>
          <p:cNvPr id="23" name="Text Placeholder 3"/>
          <p:cNvSpPr>
            <a:spLocks noGrp="1"/>
          </p:cNvSpPr>
          <p:nvPr>
            <p:ph type="body" sz="quarter" idx="23" hasCustomPrompt="1"/>
          </p:nvPr>
        </p:nvSpPr>
        <p:spPr>
          <a:xfrm>
            <a:off x="7241979" y="21684824"/>
            <a:ext cx="1295003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4" name="Text Placeholder 5"/>
          <p:cNvSpPr>
            <a:spLocks noGrp="1"/>
          </p:cNvSpPr>
          <p:nvPr>
            <p:ph type="body" sz="quarter" idx="24" hasCustomPrompt="1"/>
          </p:nvPr>
        </p:nvSpPr>
        <p:spPr>
          <a:xfrm>
            <a:off x="7241979" y="21053241"/>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RESULTS</a:t>
            </a:r>
            <a:endParaRPr lang="en-US" dirty="0"/>
          </a:p>
        </p:txBody>
      </p:sp>
      <p:sp>
        <p:nvSpPr>
          <p:cNvPr id="25" name="Text Placeholder 5"/>
          <p:cNvSpPr>
            <a:spLocks noGrp="1"/>
          </p:cNvSpPr>
          <p:nvPr>
            <p:ph type="body" sz="quarter" idx="25" hasCustomPrompt="1"/>
          </p:nvPr>
        </p:nvSpPr>
        <p:spPr>
          <a:xfrm>
            <a:off x="20571964" y="5244234"/>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CONCLUSIONS</a:t>
            </a:r>
            <a:endParaRPr lang="en-US" dirty="0"/>
          </a:p>
        </p:txBody>
      </p:sp>
      <p:sp>
        <p:nvSpPr>
          <p:cNvPr id="26" name="Text Placeholder 3"/>
          <p:cNvSpPr>
            <a:spLocks noGrp="1"/>
          </p:cNvSpPr>
          <p:nvPr>
            <p:ph type="body" sz="quarter" idx="26" hasCustomPrompt="1"/>
          </p:nvPr>
        </p:nvSpPr>
        <p:spPr>
          <a:xfrm>
            <a:off x="20571964" y="5951495"/>
            <a:ext cx="627938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7" name="Text Placeholder 5"/>
          <p:cNvSpPr>
            <a:spLocks noGrp="1"/>
          </p:cNvSpPr>
          <p:nvPr>
            <p:ph type="body" sz="quarter" idx="27" hasCustomPrompt="1"/>
          </p:nvPr>
        </p:nvSpPr>
        <p:spPr>
          <a:xfrm>
            <a:off x="20571964" y="14251233"/>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REFERENCES</a:t>
            </a:r>
            <a:endParaRPr lang="en-US" dirty="0"/>
          </a:p>
        </p:txBody>
      </p:sp>
      <p:sp>
        <p:nvSpPr>
          <p:cNvPr id="28" name="Text Placeholder 3"/>
          <p:cNvSpPr>
            <a:spLocks noGrp="1"/>
          </p:cNvSpPr>
          <p:nvPr>
            <p:ph type="body" sz="quarter" idx="28" hasCustomPrompt="1"/>
          </p:nvPr>
        </p:nvSpPr>
        <p:spPr>
          <a:xfrm>
            <a:off x="20594754" y="14882817"/>
            <a:ext cx="623381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9" name="Text Placeholder 5"/>
          <p:cNvSpPr>
            <a:spLocks noGrp="1"/>
          </p:cNvSpPr>
          <p:nvPr>
            <p:ph type="body" sz="quarter" idx="29" hasCustomPrompt="1"/>
          </p:nvPr>
        </p:nvSpPr>
        <p:spPr>
          <a:xfrm>
            <a:off x="20571964" y="26114085"/>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CONTACT</a:t>
            </a:r>
            <a:endParaRPr lang="en-US" dirty="0"/>
          </a:p>
        </p:txBody>
      </p:sp>
      <p:sp>
        <p:nvSpPr>
          <p:cNvPr id="30" name="Text Placeholder 3"/>
          <p:cNvSpPr>
            <a:spLocks noGrp="1"/>
          </p:cNvSpPr>
          <p:nvPr>
            <p:ph type="body" sz="quarter" idx="30" hasCustomPrompt="1"/>
          </p:nvPr>
        </p:nvSpPr>
        <p:spPr>
          <a:xfrm>
            <a:off x="20570392" y="26820427"/>
            <a:ext cx="6282532"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84"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affiliations</a:t>
            </a:r>
            <a:endParaRPr lang="en-US" dirty="0"/>
          </a:p>
        </p:txBody>
      </p:sp>
      <p:sp>
        <p:nvSpPr>
          <p:cNvPr id="85"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authors</a:t>
            </a:r>
            <a:endParaRPr lang="en-US" dirty="0"/>
          </a:p>
        </p:txBody>
      </p:sp>
      <p:sp>
        <p:nvSpPr>
          <p:cNvPr id="86" name="Text Placeholder 76"/>
          <p:cNvSpPr>
            <a:spLocks noGrp="1"/>
          </p:cNvSpPr>
          <p:nvPr>
            <p:ph type="body" sz="quarter" idx="178"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title</a:t>
            </a:r>
            <a:endParaRPr lang="en-US" dirty="0"/>
          </a:p>
        </p:txBody>
      </p:sp>
    </p:spTree>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1" Type="http://schemas.openxmlformats.org/officeDocument/2006/relationships/image" Target="../media/image2.wmf"/><Relationship Id="rId12" Type="http://schemas.openxmlformats.org/officeDocument/2006/relationships/oleObject" Target="../embeddings/oleObject3.bin"/><Relationship Id="rId13" Type="http://schemas.openxmlformats.org/officeDocument/2006/relationships/image" Target="../media/image3.wmf"/><Relationship Id="rId14" Type="http://schemas.openxmlformats.org/officeDocument/2006/relationships/image" Target="../media/image9.png"/><Relationship Id="rId15" Type="http://schemas.openxmlformats.org/officeDocument/2006/relationships/oleObject" Target="../embeddings/oleObject4.bin"/><Relationship Id="rId16" Type="http://schemas.openxmlformats.org/officeDocument/2006/relationships/image" Target="../media/image4.wmf"/><Relationship Id="rId17" Type="http://schemas.openxmlformats.org/officeDocument/2006/relationships/hyperlink" Target="http://www.facebook.com/pages/PosterPresentationscom/217914411419?v=app_4949752878&amp;ref=ts" TargetMode="External"/><Relationship Id="rId18" Type="http://schemas.openxmlformats.org/officeDocument/2006/relationships/image" Target="../media/image10.jpeg"/><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vmlDrawing" Target="../drawings/vmlDrawing1.v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oleObject" Target="../embeddings/oleObject1.bin"/><Relationship Id="rId9" Type="http://schemas.openxmlformats.org/officeDocument/2006/relationships/image" Target="../media/image1.wmf"/><Relationship Id="rId10" Type="http://schemas.openxmlformats.org/officeDocument/2006/relationships/oleObject" Target="../embeddings/oleObject2.bin"/></Relationships>
</file>

<file path=ppt/slideMasters/_rels/slideMaster2.xml.rels><?xml version="1.0" encoding="UTF-8" standalone="yes"?>
<Relationships xmlns="http://schemas.openxmlformats.org/package/2006/relationships"><Relationship Id="rId11" Type="http://schemas.openxmlformats.org/officeDocument/2006/relationships/image" Target="../media/image2.wmf"/><Relationship Id="rId12" Type="http://schemas.openxmlformats.org/officeDocument/2006/relationships/oleObject" Target="../embeddings/oleObject7.bin"/><Relationship Id="rId13" Type="http://schemas.openxmlformats.org/officeDocument/2006/relationships/image" Target="../media/image3.wmf"/><Relationship Id="rId14" Type="http://schemas.openxmlformats.org/officeDocument/2006/relationships/image" Target="../media/image9.png"/><Relationship Id="rId15" Type="http://schemas.openxmlformats.org/officeDocument/2006/relationships/oleObject" Target="../embeddings/oleObject8.bin"/><Relationship Id="rId16" Type="http://schemas.openxmlformats.org/officeDocument/2006/relationships/image" Target="../media/image4.wmf"/><Relationship Id="rId17" Type="http://schemas.openxmlformats.org/officeDocument/2006/relationships/hyperlink" Target="http://www.facebook.com/pages/PosterPresentationscom/217914411419?v=app_4949752878&amp;ref=ts" TargetMode="External"/><Relationship Id="rId18" Type="http://schemas.openxmlformats.org/officeDocument/2006/relationships/image" Target="../media/image10.jpeg"/><Relationship Id="rId1" Type="http://schemas.openxmlformats.org/officeDocument/2006/relationships/slideLayout" Target="../slideLayouts/slideLayout2.xml"/><Relationship Id="rId2" Type="http://schemas.openxmlformats.org/officeDocument/2006/relationships/theme" Target="../theme/theme2.xml"/><Relationship Id="rId3" Type="http://schemas.openxmlformats.org/officeDocument/2006/relationships/vmlDrawing" Target="../drawings/vmlDrawing2.v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oleObject" Target="../embeddings/oleObject5.bin"/><Relationship Id="rId9" Type="http://schemas.openxmlformats.org/officeDocument/2006/relationships/image" Target="../media/image1.wmf"/><Relationship Id="rId10" Type="http://schemas.openxmlformats.org/officeDocument/2006/relationships/oleObject" Target="../embeddings/oleObject6.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sp>
        <p:nvSpPr>
          <p:cNvPr id="16" name="Rectangle 33"/>
          <p:cNvSpPr>
            <a:spLocks noChangeArrowheads="1"/>
          </p:cNvSpPr>
          <p:nvPr/>
        </p:nvSpPr>
        <p:spPr bwMode="auto">
          <a:xfrm>
            <a:off x="572142" y="5257679"/>
            <a:ext cx="12949039" cy="26746200"/>
          </a:xfrm>
          <a:prstGeom prst="roundRect">
            <a:avLst>
              <a:gd name="adj" fmla="val 5902"/>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21" name="Rectangle 33"/>
          <p:cNvSpPr>
            <a:spLocks noChangeArrowheads="1"/>
          </p:cNvSpPr>
          <p:nvPr userDrawn="1"/>
        </p:nvSpPr>
        <p:spPr bwMode="auto">
          <a:xfrm>
            <a:off x="13811250" y="5257679"/>
            <a:ext cx="12949039" cy="26746200"/>
          </a:xfrm>
          <a:prstGeom prst="roundRect">
            <a:avLst>
              <a:gd name="adj" fmla="val 5902"/>
            </a:avLst>
          </a:prstGeom>
          <a:gradFill flip="none" rotWithShape="1">
            <a:gsLst>
              <a:gs pos="0">
                <a:schemeClr val="accent1">
                  <a:tint val="66000"/>
                  <a:satMod val="160000"/>
                </a:schemeClr>
              </a:gs>
              <a:gs pos="0">
                <a:srgbClr val="CDD2DE"/>
              </a:gs>
              <a:gs pos="100000">
                <a:srgbClr val="F3F5FA"/>
              </a:gs>
            </a:gsLst>
            <a:lin ang="16200000" scaled="1"/>
            <a:tileRect/>
          </a:gradFill>
          <a:ln w="9525">
            <a:solidFill>
              <a:schemeClr val="tx2"/>
            </a:solidFill>
            <a:miter lim="800000"/>
            <a:headEnd/>
            <a:tailEnd/>
          </a:ln>
          <a:effectLst/>
        </p:spPr>
        <p:txBody>
          <a:bodyPr wrap="none" lIns="70601" tIns="35300" rIns="70601" bIns="35300" anchor="ctr"/>
          <a:lstStyle/>
          <a:p>
            <a:pPr>
              <a:defRPr/>
            </a:pPr>
            <a:endParaRPr lang="en-US" sz="6660" dirty="0"/>
          </a:p>
        </p:txBody>
      </p:sp>
      <p:grpSp>
        <p:nvGrpSpPr>
          <p:cNvPr id="23" name="Group 22"/>
          <p:cNvGrpSpPr/>
          <p:nvPr userDrawn="1"/>
        </p:nvGrpSpPr>
        <p:grpSpPr>
          <a:xfrm>
            <a:off x="-12658121" y="-43314"/>
            <a:ext cx="12259293" cy="32961714"/>
            <a:chOff x="-11225189" y="-1"/>
            <a:chExt cx="11018865" cy="32918401"/>
          </a:xfrm>
        </p:grpSpPr>
        <p:sp>
          <p:nvSpPr>
            <p:cNvPr id="24" name="Rectangle 23"/>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smtClean="0">
                  <a:solidFill>
                    <a:srgbClr val="FF0000"/>
                  </a:solidFill>
                  <a:latin typeface="Trebuchet MS" pitchFamily="34" charset="0"/>
                </a:rPr>
                <a:t>(—THIS SIDEBAR DOES NOT PRINT—)</a:t>
              </a:r>
              <a:endParaRPr lang="en-US" sz="2880" b="1" spc="540"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DESIGN</a:t>
              </a:r>
              <a:r>
                <a:rPr lang="en-US" sz="3600" b="1" spc="540" baseline="0" dirty="0" smtClean="0">
                  <a:solidFill>
                    <a:schemeClr val="bg1"/>
                  </a:solidFill>
                  <a:latin typeface="Trebuchet MS" pitchFamily="34" charset="0"/>
                </a:rPr>
                <a:t> </a:t>
              </a:r>
              <a:r>
                <a:rPr lang="en-US" sz="3600" b="1" spc="540" dirty="0" smtClean="0">
                  <a:solidFill>
                    <a:schemeClr val="bg1"/>
                  </a:solidFill>
                  <a:latin typeface="Trebuchet MS" pitchFamily="34" charset="0"/>
                </a:rPr>
                <a:t>GUIDE</a:t>
              </a:r>
            </a:p>
            <a:p>
              <a:pPr algn="ctr"/>
              <a:endParaRPr lang="en-US" sz="2520" b="1" dirty="0" smtClean="0">
                <a:latin typeface="Trebuchet MS" pitchFamily="34" charset="0"/>
              </a:endParaRPr>
            </a:p>
            <a:p>
              <a:pPr defTabSz="3389075"/>
              <a:r>
                <a:rPr lang="en-US" sz="2520" i="0" dirty="0" smtClean="0">
                  <a:latin typeface="Trebuchet MS" pitchFamily="34" charset="0"/>
                </a:rPr>
                <a:t>This PowerPoint</a:t>
              </a:r>
              <a:r>
                <a:rPr lang="en-US" sz="2520" i="0" baseline="0" dirty="0" smtClean="0">
                  <a:latin typeface="Trebuchet MS" pitchFamily="34" charset="0"/>
                </a:rPr>
                <a:t> </a:t>
              </a:r>
              <a:r>
                <a:rPr lang="en-US" sz="2520" i="0" dirty="0" smtClean="0">
                  <a:latin typeface="Trebuchet MS" pitchFamily="34" charset="0"/>
                </a:rPr>
                <a:t>2007 template produces</a:t>
              </a:r>
              <a:r>
                <a:rPr lang="en-US" sz="2520" i="0" baseline="0" dirty="0" smtClean="0">
                  <a:latin typeface="Trebuchet MS" pitchFamily="34" charset="0"/>
                </a:rPr>
                <a:t> </a:t>
              </a:r>
              <a:r>
                <a:rPr lang="en-US" sz="2520" i="0" dirty="0" smtClean="0">
                  <a:latin typeface="Trebuchet MS" pitchFamily="34" charset="0"/>
                </a:rPr>
                <a:t>a 30”x40” presentation poster. </a:t>
              </a:r>
              <a:r>
                <a:rPr lang="en-US" sz="2520" dirty="0" smtClean="0">
                  <a:latin typeface="Trebuchet MS" pitchFamily="34" charset="0"/>
                </a:rPr>
                <a:t>You</a:t>
              </a:r>
              <a:r>
                <a:rPr lang="en-US" sz="2520" baseline="0" dirty="0" smtClean="0">
                  <a:latin typeface="Trebuchet MS" pitchFamily="34" charset="0"/>
                </a:rPr>
                <a:t> can u</a:t>
              </a:r>
              <a:r>
                <a:rPr lang="en-US" sz="2520" dirty="0" smtClean="0">
                  <a:latin typeface="Trebuchet MS" pitchFamily="34" charset="0"/>
                </a:rPr>
                <a:t>se</a:t>
              </a:r>
              <a:r>
                <a:rPr lang="en-US" sz="2520" baseline="0" dirty="0" smtClean="0">
                  <a:latin typeface="Trebuchet MS" pitchFamily="34" charset="0"/>
                </a:rPr>
                <a:t> it to create your research poster and </a:t>
              </a:r>
              <a:r>
                <a:rPr lang="en-US" sz="2520" dirty="0" smtClean="0">
                  <a:latin typeface="Trebuchet MS" pitchFamily="34" charset="0"/>
                </a:rPr>
                <a:t>save valuable time placing titles, subtitles,</a:t>
              </a:r>
              <a:r>
                <a:rPr lang="en-US" sz="2520" baseline="0" dirty="0" smtClean="0">
                  <a:latin typeface="Trebuchet MS" pitchFamily="34" charset="0"/>
                </a:rPr>
                <a:t> text, and graphics</a:t>
              </a:r>
              <a:r>
                <a:rPr lang="en-US" sz="2520" dirty="0" smtClean="0">
                  <a:latin typeface="Trebuchet MS" pitchFamily="34" charset="0"/>
                </a:rPr>
                <a:t>. </a:t>
              </a:r>
            </a:p>
            <a:p>
              <a:pPr defTabSz="3389075"/>
              <a:endParaRPr lang="en-US" sz="2520" dirty="0" smtClean="0">
                <a:latin typeface="Trebuchet MS" pitchFamily="34" charset="0"/>
              </a:endParaRPr>
            </a:p>
            <a:p>
              <a:pPr defTabSz="3950297"/>
              <a:r>
                <a:rPr lang="en-US" sz="2520" dirty="0" smtClean="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smtClean="0">
                  <a:solidFill>
                    <a:srgbClr val="FFC000"/>
                  </a:solidFill>
                  <a:latin typeface="Trebuchet MS" pitchFamily="34" charset="0"/>
                </a:rPr>
                <a:t>PosterPresentations.com</a:t>
              </a:r>
              <a:r>
                <a:rPr lang="en-US" sz="2520" b="1" dirty="0" smtClean="0">
                  <a:solidFill>
                    <a:schemeClr val="bg1"/>
                  </a:solidFill>
                  <a:latin typeface="Trebuchet MS" pitchFamily="34" charset="0"/>
                </a:rPr>
                <a:t> </a:t>
              </a:r>
              <a:r>
                <a:rPr lang="en-US" sz="2520" dirty="0" smtClean="0">
                  <a:solidFill>
                    <a:schemeClr val="bg1"/>
                  </a:solidFill>
                  <a:latin typeface="Trebuchet MS" pitchFamily="34" charset="0"/>
                </a:rPr>
                <a:t>and click on HELP DESK.</a:t>
              </a:r>
            </a:p>
            <a:p>
              <a:pPr defTabSz="3950297"/>
              <a:endParaRPr lang="en-US" sz="2520" dirty="0" smtClean="0">
                <a:latin typeface="Trebuchet MS" pitchFamily="34" charset="0"/>
              </a:endParaRPr>
            </a:p>
            <a:p>
              <a:pPr defTabSz="3950297"/>
              <a:r>
                <a:rPr lang="en-US" sz="2520" dirty="0" smtClean="0">
                  <a:solidFill>
                    <a:schemeClr val="bg1"/>
                  </a:solidFill>
                  <a:latin typeface="Trebuchet MS" pitchFamily="34" charset="0"/>
                </a:rPr>
                <a:t>When</a:t>
              </a:r>
              <a:r>
                <a:rPr lang="en-US" sz="2520" baseline="0" dirty="0" smtClean="0">
                  <a:solidFill>
                    <a:schemeClr val="bg1"/>
                  </a:solidFill>
                  <a:latin typeface="Trebuchet MS" pitchFamily="34" charset="0"/>
                </a:rPr>
                <a:t> you are ready to print your poster</a:t>
              </a:r>
              <a:r>
                <a:rPr lang="en-US" sz="2520" dirty="0" smtClean="0">
                  <a:solidFill>
                    <a:schemeClr val="bg1"/>
                  </a:solidFill>
                  <a:latin typeface="Trebuchet MS" pitchFamily="34" charset="0"/>
                </a:rPr>
                <a:t>,</a:t>
              </a:r>
              <a:r>
                <a:rPr lang="en-US" sz="2520" baseline="0" dirty="0" smtClean="0">
                  <a:solidFill>
                    <a:schemeClr val="bg1"/>
                  </a:solidFill>
                  <a:latin typeface="Trebuchet MS" pitchFamily="34" charset="0"/>
                </a:rPr>
                <a:t> go online to </a:t>
              </a:r>
              <a:r>
                <a:rPr lang="en-US" sz="2520" b="0" dirty="0" smtClean="0">
                  <a:solidFill>
                    <a:schemeClr val="bg1"/>
                  </a:solidFill>
                  <a:latin typeface="Trebuchet MS" pitchFamily="34" charset="0"/>
                </a:rPr>
                <a:t>PosterPresentations.com</a:t>
              </a:r>
              <a:r>
                <a:rPr lang="en-US" sz="2520" dirty="0" smtClean="0">
                  <a:solidFill>
                    <a:schemeClr val="bg1"/>
                  </a:solidFill>
                  <a:latin typeface="Trebuchet MS" pitchFamily="34" charset="0"/>
                </a:rPr>
                <a:t/>
              </a:r>
              <a:br>
                <a:rPr lang="en-US" sz="2520" dirty="0" smtClean="0">
                  <a:solidFill>
                    <a:schemeClr val="bg1"/>
                  </a:solidFill>
                  <a:latin typeface="Trebuchet MS" pitchFamily="34" charset="0"/>
                </a:rPr>
              </a:br>
              <a:endParaRPr lang="en-US" sz="2520" dirty="0" smtClean="0">
                <a:solidFill>
                  <a:schemeClr val="bg1"/>
                </a:solidFill>
                <a:latin typeface="Trebuchet MS" pitchFamily="34" charset="0"/>
              </a:endParaRPr>
            </a:p>
            <a:p>
              <a:pPr algn="l" defTabSz="3389075"/>
              <a:r>
                <a:rPr lang="en-US" sz="2520" b="0" dirty="0" smtClean="0">
                  <a:solidFill>
                    <a:schemeClr val="bg1"/>
                  </a:solidFill>
                  <a:latin typeface="Trebuchet MS" pitchFamily="34" charset="0"/>
                </a:rPr>
                <a:t>Need</a:t>
              </a:r>
              <a:r>
                <a:rPr lang="en-US" sz="2520" b="0" baseline="0" dirty="0" smtClean="0">
                  <a:solidFill>
                    <a:schemeClr val="bg1"/>
                  </a:solidFill>
                  <a:latin typeface="Trebuchet MS" pitchFamily="34" charset="0"/>
                </a:rPr>
                <a:t> assistance? Call us at </a:t>
              </a:r>
              <a:r>
                <a:rPr lang="en-US" sz="2520" b="0" dirty="0" smtClean="0">
                  <a:solidFill>
                    <a:srgbClr val="FFC000"/>
                  </a:solidFill>
                  <a:latin typeface="Trebuchet MS" pitchFamily="34" charset="0"/>
                </a:rPr>
                <a:t>1.510.649.3001</a:t>
              </a:r>
            </a:p>
            <a:p>
              <a:pPr algn="l" defTabSz="3389075"/>
              <a:endParaRPr lang="en-US" sz="3240" b="1" dirty="0" smtClean="0">
                <a:solidFill>
                  <a:srgbClr val="FFFF00"/>
                </a:solidFill>
                <a:latin typeface="Trebuchet MS" pitchFamily="34" charset="0"/>
              </a:endParaRPr>
            </a:p>
            <a:p>
              <a:pPr algn="ctr"/>
              <a:endParaRPr lang="en-US" sz="2160" b="1"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QUICK START</a:t>
              </a:r>
            </a:p>
            <a:p>
              <a:pPr algn="ctr"/>
              <a:endParaRPr lang="en-US" sz="288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Zoom in and out</a:t>
              </a:r>
            </a:p>
            <a:p>
              <a:pPr marL="2274570" indent="-585788" algn="l" defTabSz="765810">
                <a:tabLst/>
              </a:pPr>
              <a:r>
                <a:rPr lang="en-US" sz="2160" b="0" baseline="0" dirty="0" smtClean="0">
                  <a:solidFill>
                    <a:schemeClr val="bg1"/>
                  </a:solidFill>
                  <a:latin typeface="Trebuchet MS" pitchFamily="34" charset="0"/>
                </a:rPr>
                <a:t>	</a:t>
              </a:r>
              <a:r>
                <a:rPr lang="en-US" sz="2160" b="0" baseline="0" dirty="0" smtClean="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Title, Authors, and Affiliations</a:t>
              </a:r>
            </a:p>
            <a:p>
              <a:pPr algn="l"/>
              <a:r>
                <a:rPr lang="en-US" sz="2160" b="0" baseline="0" dirty="0" smtClean="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smtClean="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The font size of your title should be bigger than your name(s) and institution name(s).</a:t>
              </a:r>
            </a:p>
            <a:p>
              <a:pPr algn="l"/>
              <a:r>
                <a:rPr lang="en-US" sz="2520" b="1" baseline="0" dirty="0" smtClean="0">
                  <a:solidFill>
                    <a:schemeClr val="bg1"/>
                  </a:solidFill>
                  <a:latin typeface="Trebuchet MS" pitchFamily="34" charset="0"/>
                </a:rPr>
                <a:t/>
              </a:r>
              <a:br>
                <a:rPr lang="en-US" sz="2520" b="1" baseline="0" dirty="0" smtClean="0">
                  <a:solidFill>
                    <a:schemeClr val="bg1"/>
                  </a:solidFill>
                  <a:latin typeface="Trebuchet MS" pitchFamily="34" charset="0"/>
                </a:rPr>
              </a:br>
              <a:endParaRPr lang="en-US" sz="2520" b="1" dirty="0" smtClean="0">
                <a:solidFill>
                  <a:schemeClr val="bg1"/>
                </a:solidFill>
                <a:latin typeface="Trebuchet MS" pitchFamily="34" charset="0"/>
              </a:endParaRPr>
            </a:p>
            <a:p>
              <a:pPr algn="ctr"/>
              <a:endParaRPr lang="en-US" sz="2520" b="1" dirty="0" smtClean="0">
                <a:solidFill>
                  <a:srgbClr val="FFC000"/>
                </a:solidFill>
                <a:latin typeface="Trebuchet MS" pitchFamily="34" charset="0"/>
              </a:endParaRPr>
            </a:p>
            <a:p>
              <a:pPr algn="ctr"/>
              <a:endParaRPr lang="en-US" sz="2520" b="1" dirty="0" smtClean="0">
                <a:solidFill>
                  <a:srgbClr val="FFC000"/>
                </a:solidFill>
                <a:latin typeface="Trebuchet MS" pitchFamily="34" charset="0"/>
              </a:endParaRPr>
            </a:p>
            <a:p>
              <a:pPr algn="ctr"/>
              <a:r>
                <a:rPr lang="en-US" sz="2880" b="1" dirty="0" smtClean="0">
                  <a:solidFill>
                    <a:srgbClr val="FFC000"/>
                  </a:solidFill>
                  <a:latin typeface="Trebuchet MS" pitchFamily="34" charset="0"/>
                </a:rPr>
                <a:t>Adding Logos</a:t>
              </a:r>
              <a:r>
                <a:rPr lang="en-US" sz="2880" b="1" baseline="0" dirty="0" smtClean="0">
                  <a:solidFill>
                    <a:srgbClr val="FFC000"/>
                  </a:solidFill>
                  <a:latin typeface="Trebuchet MS" pitchFamily="34" charset="0"/>
                </a:rPr>
                <a:t> / Seals</a:t>
              </a:r>
            </a:p>
            <a:p>
              <a:pPr algn="l"/>
              <a:r>
                <a:rPr lang="en-US" sz="2160" b="0" baseline="0" dirty="0" smtClean="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spc="0"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See if your school’s logo is available on our free poster templates page.</a:t>
              </a:r>
            </a:p>
            <a:p>
              <a:pPr algn="l"/>
              <a:endParaRPr lang="en-US" sz="2160" b="0" baseline="0" dirty="0" smtClean="0">
                <a:latin typeface="Trebuchet MS" pitchFamily="34" charset="0"/>
              </a:endParaRPr>
            </a:p>
            <a:p>
              <a:pPr algn="ctr"/>
              <a:r>
                <a:rPr lang="en-US" sz="2880" b="1" baseline="0" dirty="0" smtClean="0">
                  <a:solidFill>
                    <a:srgbClr val="FFC000"/>
                  </a:solidFill>
                  <a:latin typeface="Trebuchet MS" pitchFamily="34" charset="0"/>
                </a:rPr>
                <a:t>Photographs / Graphics</a:t>
              </a:r>
            </a:p>
            <a:p>
              <a:pPr algn="l" defTabSz="880110"/>
              <a:r>
                <a:rPr lang="en-US" sz="2160" b="0" baseline="0" dirty="0" smtClean="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smtClean="0">
                  <a:solidFill>
                    <a:schemeClr val="bg1">
                      <a:lumMod val="75000"/>
                    </a:schemeClr>
                  </a:solidFill>
                  <a:latin typeface="Trebuchet MS" pitchFamily="34" charset="0"/>
                </a:rPr>
                <a:t>disproportionally.</a:t>
              </a:r>
            </a:p>
            <a:p>
              <a:pPr algn="l" defTabSz="880110"/>
              <a:endParaRPr lang="en-US" sz="2160" b="0" baseline="0" dirty="0" smtClean="0">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r>
                <a:rPr lang="en-US" sz="2880" b="1" baseline="0" dirty="0" smtClean="0">
                  <a:solidFill>
                    <a:srgbClr val="FFC000"/>
                  </a:solidFill>
                  <a:latin typeface="Trebuchet MS" pitchFamily="34" charset="0"/>
                </a:rPr>
                <a:t>Image Quality Check</a:t>
              </a:r>
            </a:p>
            <a:p>
              <a:pPr lvl="0" algn="l" defTabSz="880110"/>
              <a:r>
                <a:rPr lang="en-US" sz="2160" b="0" baseline="0" dirty="0" smtClean="0">
                  <a:solidFill>
                    <a:schemeClr val="bg1">
                      <a:lumMod val="75000"/>
                    </a:schemeClr>
                  </a:solidFill>
                  <a:latin typeface="Trebuchet MS" pitchFamily="34" charset="0"/>
                </a:rPr>
                <a:t>Zoom in and look at your images at 100% magnification. If they look good they will print well. </a:t>
              </a:r>
              <a:endParaRPr lang="en-US" sz="2520" b="0" dirty="0" smtClean="0">
                <a:latin typeface="Trebuchet MS" pitchFamily="34" charset="0"/>
              </a:endParaRPr>
            </a:p>
          </p:txBody>
        </p:sp>
        <p:cxnSp>
          <p:nvCxnSpPr>
            <p:cNvPr id="25" name="Straight Connector 24"/>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26" name="Picture 25"/>
            <p:cNvPicPr>
              <a:picLocks noChangeAspect="1"/>
            </p:cNvPicPr>
            <p:nvPr userDrawn="1"/>
          </p:nvPicPr>
          <p:blipFill>
            <a:blip r:embed="rId4"/>
            <a:stretch>
              <a:fillRect/>
            </a:stretch>
          </p:blipFill>
          <p:spPr>
            <a:xfrm>
              <a:off x="-10479105" y="8732868"/>
              <a:ext cx="1597666" cy="1201935"/>
            </a:xfrm>
            <a:prstGeom prst="rect">
              <a:avLst/>
            </a:prstGeom>
          </p:spPr>
        </p:pic>
        <p:pic>
          <p:nvPicPr>
            <p:cNvPr id="30" name="Picture 29"/>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2" name="Group 31"/>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2" name="Picture 51"/>
                <p:cNvPicPr>
                  <a:picLocks noChangeAspect="1"/>
                </p:cNvPicPr>
                <p:nvPr userDrawn="1"/>
              </p:nvPicPr>
              <p:blipFill>
                <a:blip r:embed="rId6"/>
                <a:stretch>
                  <a:fillRect/>
                </a:stretch>
              </p:blipFill>
              <p:spPr>
                <a:xfrm>
                  <a:off x="-3948160" y="8525819"/>
                  <a:ext cx="768801" cy="1090857"/>
                </a:xfrm>
                <a:prstGeom prst="rect">
                  <a:avLst/>
                </a:prstGeom>
              </p:spPr>
            </p:pic>
            <p:sp>
              <p:nvSpPr>
                <p:cNvPr id="53" name="TextBox 52"/>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smtClean="0">
                      <a:solidFill>
                        <a:schemeClr val="tx1"/>
                      </a:solidFill>
                    </a:rPr>
                    <a:t>ORIGINAL</a:t>
                  </a:r>
                  <a:endParaRPr lang="en-US" sz="1800" b="1" dirty="0">
                    <a:solidFill>
                      <a:schemeClr val="tx1"/>
                    </a:solidFill>
                  </a:endParaRPr>
                </a:p>
              </p:txBody>
            </p:sp>
          </p:grpSp>
          <p:grpSp>
            <p:nvGrpSpPr>
              <p:cNvPr id="47" name="Group 46"/>
              <p:cNvGrpSpPr/>
              <p:nvPr userDrawn="1"/>
            </p:nvGrpSpPr>
            <p:grpSpPr>
              <a:xfrm>
                <a:off x="-2033159" y="9252359"/>
                <a:ext cx="1033517" cy="907388"/>
                <a:chOff x="-2921738" y="8714808"/>
                <a:chExt cx="1420279" cy="1246948"/>
              </a:xfrm>
            </p:grpSpPr>
            <p:pic>
              <p:nvPicPr>
                <p:cNvPr id="50" name="Picture 49"/>
                <p:cNvPicPr>
                  <a:picLocks noChangeAspect="1"/>
                </p:cNvPicPr>
                <p:nvPr userDrawn="1"/>
              </p:nvPicPr>
              <p:blipFill>
                <a:blip r:embed="rId6"/>
                <a:stretch>
                  <a:fillRect/>
                </a:stretch>
              </p:blipFill>
              <p:spPr>
                <a:xfrm>
                  <a:off x="-2921738" y="8714808"/>
                  <a:ext cx="1420279" cy="1029694"/>
                </a:xfrm>
                <a:prstGeom prst="rect">
                  <a:avLst/>
                </a:prstGeom>
              </p:spPr>
            </p:pic>
            <p:sp>
              <p:nvSpPr>
                <p:cNvPr id="51" name="TextBox 50"/>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smtClean="0">
                      <a:solidFill>
                        <a:schemeClr val="bg1"/>
                      </a:solidFill>
                    </a:rPr>
                    <a:t>DISTORTED</a:t>
                  </a:r>
                  <a:endParaRPr lang="en-US" sz="810" b="1" dirty="0">
                    <a:solidFill>
                      <a:schemeClr val="bg1"/>
                    </a:solidFill>
                  </a:endParaRPr>
                </a:p>
              </p:txBody>
            </p:sp>
          </p:grpSp>
          <p:pic>
            <p:nvPicPr>
              <p:cNvPr id="48" name="Picture 47"/>
              <p:cNvPicPr>
                <a:picLocks noChangeAspect="1"/>
              </p:cNvPicPr>
              <p:nvPr userDrawn="1"/>
            </p:nvPicPr>
            <p:blipFill>
              <a:blip r:embed="rId7"/>
              <a:stretch>
                <a:fillRect/>
              </a:stretch>
            </p:blipFill>
            <p:spPr>
              <a:xfrm>
                <a:off x="-4470427" y="9208123"/>
                <a:ext cx="1098742" cy="847761"/>
              </a:xfrm>
              <a:prstGeom prst="rect">
                <a:avLst/>
              </a:prstGeom>
            </p:spPr>
          </p:pic>
          <p:sp>
            <p:nvSpPr>
              <p:cNvPr id="49" name="TextBox 48"/>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smtClean="0">
                    <a:solidFill>
                      <a:schemeClr val="bg1"/>
                    </a:solidFill>
                  </a:rPr>
                  <a:t>Corner</a:t>
                </a:r>
                <a:r>
                  <a:rPr lang="en-US" sz="1440" baseline="0" dirty="0" smtClean="0">
                    <a:solidFill>
                      <a:schemeClr val="bg1"/>
                    </a:solidFill>
                  </a:rPr>
                  <a:t> handles</a:t>
                </a:r>
                <a:endParaRPr lang="en-US" sz="1440" dirty="0">
                  <a:solidFill>
                    <a:schemeClr val="bg1"/>
                  </a:solidFill>
                </a:endParaRPr>
              </a:p>
            </p:txBody>
          </p:sp>
        </p:grpSp>
        <p:grpSp>
          <p:nvGrpSpPr>
            <p:cNvPr id="37" name="Group 36"/>
            <p:cNvGrpSpPr/>
            <p:nvPr userDrawn="1"/>
          </p:nvGrpSpPr>
          <p:grpSpPr>
            <a:xfrm>
              <a:off x="-10395497" y="23738190"/>
              <a:ext cx="9316420" cy="2453251"/>
              <a:chOff x="-4753477" y="10890292"/>
              <a:chExt cx="4293521" cy="1127128"/>
            </a:xfrm>
          </p:grpSpPr>
          <p:graphicFrame>
            <p:nvGraphicFramePr>
              <p:cNvPr id="38" name="Object 37"/>
              <p:cNvGraphicFramePr>
                <a:graphicFrameLocks noChangeAspect="1"/>
              </p:cNvGraphicFramePr>
              <p:nvPr userDrawn="1">
                <p:extLst>
                  <p:ext uri="{D42A27DB-BD31-4B8C-83A1-F6EECF244321}">
                    <p14:modId xmlns:p14="http://schemas.microsoft.com/office/powerpoint/2010/main" val="3213247783"/>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1088"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39" name="Object 38"/>
              <p:cNvGraphicFramePr>
                <a:graphicFrameLocks noChangeAspect="1"/>
              </p:cNvGraphicFramePr>
              <p:nvPr userDrawn="1">
                <p:extLst>
                  <p:ext uri="{D42A27DB-BD31-4B8C-83A1-F6EECF244321}">
                    <p14:modId xmlns:p14="http://schemas.microsoft.com/office/powerpoint/2010/main" val="3514347268"/>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1089"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1" name="TextBox 40"/>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smtClean="0">
                    <a:solidFill>
                      <a:srgbClr val="92D050"/>
                    </a:solidFill>
                  </a:rPr>
                  <a:t>Good</a:t>
                </a:r>
                <a:r>
                  <a:rPr lang="en-US" sz="1800" baseline="0" dirty="0" smtClean="0">
                    <a:solidFill>
                      <a:srgbClr val="92D050"/>
                    </a:solidFill>
                  </a:rPr>
                  <a:t> </a:t>
                </a:r>
                <a:r>
                  <a:rPr lang="en-US" sz="1800" baseline="0" dirty="0" smtClean="0">
                    <a:solidFill>
                      <a:schemeClr val="bg1"/>
                    </a:solidFill>
                  </a:rPr>
                  <a:t>printing quality</a:t>
                </a:r>
                <a:endParaRPr lang="en-US" sz="1800" dirty="0">
                  <a:solidFill>
                    <a:schemeClr val="bg1"/>
                  </a:solidFill>
                </a:endParaRPr>
              </a:p>
            </p:txBody>
          </p:sp>
          <p:sp>
            <p:nvSpPr>
              <p:cNvPr id="45" name="TextBox 44"/>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smtClean="0">
                    <a:solidFill>
                      <a:srgbClr val="FF0000"/>
                    </a:solidFill>
                  </a:rPr>
                  <a:t>Bad </a:t>
                </a:r>
                <a:r>
                  <a:rPr lang="en-US" sz="1800" dirty="0" smtClean="0">
                    <a:solidFill>
                      <a:schemeClr val="bg1"/>
                    </a:solidFill>
                  </a:rPr>
                  <a:t>printing quality</a:t>
                </a:r>
                <a:endParaRPr lang="en-US" sz="1800" dirty="0">
                  <a:solidFill>
                    <a:schemeClr val="bg1"/>
                  </a:solidFill>
                </a:endParaRPr>
              </a:p>
            </p:txBody>
          </p:sp>
        </p:grpSp>
      </p:grpSp>
      <p:grpSp>
        <p:nvGrpSpPr>
          <p:cNvPr id="54" name="Group 53"/>
          <p:cNvGrpSpPr/>
          <p:nvPr userDrawn="1"/>
        </p:nvGrpSpPr>
        <p:grpSpPr>
          <a:xfrm>
            <a:off x="27804389" y="1"/>
            <a:ext cx="12284832" cy="32956206"/>
            <a:chOff x="44157839" y="-55065"/>
            <a:chExt cx="11062139" cy="32973465"/>
          </a:xfrm>
        </p:grpSpPr>
        <p:sp>
          <p:nvSpPr>
            <p:cNvPr id="55" name="Rectangle 5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smtClean="0">
                  <a:solidFill>
                    <a:schemeClr val="bg1"/>
                  </a:solidFill>
                  <a:latin typeface="Trebuchet MS" pitchFamily="34" charset="0"/>
                </a:rPr>
                <a:t>QUICK START (cont.)</a:t>
              </a:r>
            </a:p>
            <a:p>
              <a:pPr algn="ctr"/>
              <a:endParaRPr lang="en-US" sz="324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smtClean="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r>
                <a:rPr lang="en-US" sz="2160" b="0" baseline="0" dirty="0" smtClean="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Text</a:t>
              </a:r>
            </a:p>
            <a:p>
              <a:pPr marL="3086100" lvl="2" indent="0" algn="l" defTabSz="102870"/>
              <a:r>
                <a:rPr lang="en-US" sz="2160" b="0" baseline="0" dirty="0" smtClean="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 </a:t>
              </a:r>
              <a:r>
                <a:rPr kumimoji="0" lang="en-US" sz="2880" b="1" i="0" u="none" strike="noStrike" kern="1200" cap="none" spc="0" normalizeH="0" baseline="0" noProof="0" dirty="0" smtClean="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smtClean="0">
                <a:solidFill>
                  <a:schemeClr val="bg1">
                    <a:lumMod val="75000"/>
                  </a:schemeClr>
                </a:solidFill>
                <a:latin typeface="Trebuchet MS" pitchFamily="34" charset="0"/>
              </a:endParaRPr>
            </a:p>
            <a:p>
              <a:pPr marL="1366507" lvl="2"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Tables</a:t>
              </a:r>
            </a:p>
            <a:p>
              <a:pPr marL="1800225" lvl="1" indent="0" algn="l" defTabSz="102870"/>
              <a:r>
                <a:rPr lang="en-US" sz="2160" b="0" baseline="0" dirty="0" smtClean="0">
                  <a:solidFill>
                    <a:schemeClr val="bg1">
                      <a:lumMod val="75000"/>
                    </a:schemeClr>
                  </a:solidFill>
                  <a:latin typeface="Trebuchet MS" pitchFamily="34" charset="0"/>
                </a:rPr>
                <a:t>To add a table from scratch go to the INSERT menu and </a:t>
              </a:r>
              <a:br>
                <a:rPr lang="en-US" sz="2160" b="0" baseline="0" dirty="0" smtClean="0">
                  <a:solidFill>
                    <a:schemeClr val="bg1">
                      <a:lumMod val="75000"/>
                    </a:schemeClr>
                  </a:solidFill>
                  <a:latin typeface="Trebuchet MS" pitchFamily="34" charset="0"/>
                </a:rPr>
              </a:br>
              <a:r>
                <a:rPr lang="en-US" sz="2160" b="0" baseline="0" dirty="0" smtClean="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smtClean="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smtClean="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smtClean="0">
                <a:ln>
                  <a:noFill/>
                </a:ln>
                <a:solidFill>
                  <a:prstClr val="white">
                    <a:lumMod val="75000"/>
                  </a:prstClr>
                </a:solidFill>
                <a:effectLst/>
                <a:uLnTx/>
                <a:uFillTx/>
                <a:latin typeface="Trebuchet MS" pitchFamily="34" charset="0"/>
              </a:endParaRPr>
            </a:p>
          </p:txBody>
        </p:sp>
        <p:graphicFrame>
          <p:nvGraphicFramePr>
            <p:cNvPr id="56" name="Object 55"/>
            <p:cNvGraphicFramePr>
              <a:graphicFrameLocks noChangeAspect="1"/>
            </p:cNvGraphicFramePr>
            <p:nvPr userDrawn="1">
              <p:extLst>
                <p:ext uri="{D42A27DB-BD31-4B8C-83A1-F6EECF244321}">
                  <p14:modId xmlns:p14="http://schemas.microsoft.com/office/powerpoint/2010/main" val="2737471570"/>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1090"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7" name="Picture 56"/>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8" name="Object 57"/>
            <p:cNvGraphicFramePr>
              <a:graphicFrameLocks noChangeAspect="1"/>
            </p:cNvGraphicFramePr>
            <p:nvPr userDrawn="1">
              <p:extLst>
                <p:ext uri="{D42A27DB-BD31-4B8C-83A1-F6EECF244321}">
                  <p14:modId xmlns:p14="http://schemas.microsoft.com/office/powerpoint/2010/main" val="2662991869"/>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1091"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59" name="Group 58"/>
            <p:cNvGrpSpPr/>
            <p:nvPr userDrawn="1"/>
          </p:nvGrpSpPr>
          <p:grpSpPr>
            <a:xfrm>
              <a:off x="44487207" y="29414560"/>
              <a:ext cx="10354213" cy="1265612"/>
              <a:chOff x="44200453" y="28362386"/>
              <a:chExt cx="9771399" cy="1090622"/>
            </a:xfrm>
          </p:grpSpPr>
          <p:sp>
            <p:nvSpPr>
              <p:cNvPr id="61" name="Rounded Rectangle 6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2"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3" name="TextBox 62"/>
              <p:cNvSpPr txBox="1"/>
              <p:nvPr userDrawn="1"/>
            </p:nvSpPr>
            <p:spPr>
              <a:xfrm>
                <a:off x="45300663" y="28552305"/>
                <a:ext cx="8671189" cy="652787"/>
              </a:xfrm>
              <a:prstGeom prst="rect">
                <a:avLst/>
              </a:prstGeom>
              <a:noFill/>
              <a:ln>
                <a:noFill/>
              </a:ln>
            </p:spPr>
            <p:txBody>
              <a:bodyPr wrap="square" rtlCol="0">
                <a:spAutoFit/>
              </a:bodyPr>
              <a:lstStyle/>
              <a:p>
                <a:r>
                  <a:rPr lang="en-US" sz="2160" dirty="0" smtClean="0">
                    <a:solidFill>
                      <a:schemeClr val="tx2"/>
                    </a:solidFill>
                    <a:latin typeface="Trebuchet MS" pitchFamily="34" charset="0"/>
                  </a:rPr>
                  <a:t>Student</a:t>
                </a:r>
                <a:r>
                  <a:rPr lang="en-US" sz="2160" baseline="0" dirty="0" smtClean="0">
                    <a:solidFill>
                      <a:schemeClr val="tx2"/>
                    </a:solidFill>
                    <a:latin typeface="Trebuchet MS" pitchFamily="34" charset="0"/>
                  </a:rPr>
                  <a:t> discounts are available on our </a:t>
                </a:r>
                <a:r>
                  <a:rPr lang="en-US" sz="2160" baseline="0" dirty="0" err="1" smtClean="0">
                    <a:solidFill>
                      <a:schemeClr val="tx2"/>
                    </a:solidFill>
                    <a:latin typeface="Trebuchet MS" pitchFamily="34" charset="0"/>
                  </a:rPr>
                  <a:t>Facebook</a:t>
                </a:r>
                <a:r>
                  <a:rPr lang="en-US" sz="2160" baseline="0" dirty="0" smtClean="0">
                    <a:solidFill>
                      <a:schemeClr val="tx2"/>
                    </a:solidFill>
                    <a:latin typeface="Trebuchet MS" pitchFamily="34" charset="0"/>
                  </a:rPr>
                  <a:t> page.</a:t>
                </a:r>
                <a:br>
                  <a:rPr lang="en-US" sz="2160" baseline="0" dirty="0" smtClean="0">
                    <a:solidFill>
                      <a:schemeClr val="tx2"/>
                    </a:solidFill>
                    <a:latin typeface="Trebuchet MS" pitchFamily="34" charset="0"/>
                  </a:rPr>
                </a:br>
                <a:r>
                  <a:rPr lang="en-US" sz="2160" baseline="0" dirty="0" smtClean="0">
                    <a:solidFill>
                      <a:schemeClr val="tx2"/>
                    </a:solidFill>
                    <a:latin typeface="Trebuchet MS" pitchFamily="34" charset="0"/>
                  </a:rPr>
                  <a:t>Go to </a:t>
                </a:r>
                <a:r>
                  <a:rPr lang="en-US" sz="2160" u="sng" baseline="0" dirty="0" smtClean="0">
                    <a:solidFill>
                      <a:schemeClr val="tx2"/>
                    </a:solidFill>
                    <a:latin typeface="Trebuchet MS" pitchFamily="34" charset="0"/>
                  </a:rPr>
                  <a:t>PosterPresentations.com</a:t>
                </a:r>
                <a:r>
                  <a:rPr lang="en-US" sz="2160" baseline="0" dirty="0" smtClean="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sp>
          <p:nvSpPr>
            <p:cNvPr id="60" name="TextBox 59"/>
            <p:cNvSpPr txBox="1"/>
            <p:nvPr userDrawn="1"/>
          </p:nvSpPr>
          <p:spPr>
            <a:xfrm>
              <a:off x="44487207" y="31169782"/>
              <a:ext cx="6870215" cy="1246402"/>
            </a:xfrm>
            <a:prstGeom prst="rect">
              <a:avLst/>
            </a:prstGeom>
            <a:noFill/>
          </p:spPr>
          <p:txBody>
            <a:bodyPr wrap="square" lIns="65304" tIns="32651" rIns="65304" bIns="32651" rtlCol="0">
              <a:spAutoFit/>
            </a:bodyPr>
            <a:lstStyle/>
            <a:p>
              <a:pPr marL="260033" indent="-260033">
                <a:lnSpc>
                  <a:spcPts val="2340"/>
                </a:lnSpc>
              </a:pPr>
              <a:r>
                <a:rPr lang="en-US" sz="2520" dirty="0" smtClean="0">
                  <a:solidFill>
                    <a:schemeClr val="bg1"/>
                  </a:solidFill>
                </a:rPr>
                <a:t>©2015</a:t>
              </a:r>
              <a:r>
                <a:rPr lang="en-US" sz="2520" baseline="0" dirty="0" smtClean="0">
                  <a:solidFill>
                    <a:schemeClr val="bg1"/>
                  </a:solidFill>
                </a:rPr>
                <a:t> </a:t>
              </a:r>
              <a:r>
                <a:rPr lang="en-US" sz="2520" dirty="0" smtClean="0">
                  <a:solidFill>
                    <a:schemeClr val="bg1"/>
                  </a:solidFill>
                </a:rPr>
                <a:t>PosterPresentations.com</a:t>
              </a:r>
              <a:br>
                <a:rPr lang="en-US" sz="2520" dirty="0" smtClean="0">
                  <a:solidFill>
                    <a:schemeClr val="bg1"/>
                  </a:solidFill>
                </a:rPr>
              </a:br>
              <a:r>
                <a:rPr lang="en-US" sz="2160" dirty="0" smtClean="0">
                  <a:solidFill>
                    <a:schemeClr val="bg1"/>
                  </a:solidFill>
                </a:rPr>
                <a:t>2117 Fourth Street ,</a:t>
              </a:r>
              <a:r>
                <a:rPr lang="en-US" sz="2160" baseline="0" dirty="0" smtClean="0">
                  <a:solidFill>
                    <a:schemeClr val="bg1"/>
                  </a:solidFill>
                </a:rPr>
                <a:t> Unit C        </a:t>
              </a:r>
            </a:p>
            <a:p>
              <a:pPr marL="260033" indent="0">
                <a:lnSpc>
                  <a:spcPts val="2340"/>
                </a:lnSpc>
              </a:pPr>
              <a:r>
                <a:rPr lang="en-US" sz="2160" baseline="0" dirty="0" smtClean="0">
                  <a:solidFill>
                    <a:schemeClr val="bg1"/>
                  </a:solidFill>
                </a:rPr>
                <a:t>Berkeley CA </a:t>
              </a:r>
              <a:r>
                <a:rPr lang="en-US" sz="1800" baseline="0" dirty="0" smtClean="0">
                  <a:solidFill>
                    <a:schemeClr val="bg1"/>
                  </a:solidFill>
                </a:rPr>
                <a:t>94710</a:t>
              </a:r>
              <a:r>
                <a:rPr lang="en-US" sz="2160" baseline="0" dirty="0" smtClean="0">
                  <a:solidFill>
                    <a:schemeClr val="bg1"/>
                  </a:solidFill>
                </a:rPr>
                <a:t/>
              </a:r>
              <a:br>
                <a:rPr lang="en-US" sz="2160" baseline="0" dirty="0" smtClean="0">
                  <a:solidFill>
                    <a:schemeClr val="bg1"/>
                  </a:solidFill>
                </a:rPr>
              </a:br>
              <a:r>
                <a:rPr lang="en-US" sz="2160" b="1" baseline="0" dirty="0" smtClean="0">
                  <a:solidFill>
                    <a:srgbClr val="FFFF00"/>
                  </a:solidFill>
                </a:rPr>
                <a:t>posterpresenter@gmail.com</a:t>
              </a:r>
              <a:endParaRPr lang="en-US" sz="2520" b="1" dirty="0">
                <a:solidFill>
                  <a:srgbClr val="FFFF00"/>
                </a:solidFill>
              </a:endParaRPr>
            </a:p>
          </p:txBody>
        </p:sp>
      </p:grpSp>
      <p:sp>
        <p:nvSpPr>
          <p:cNvPr id="36"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smtClean="0">
                <a:solidFill>
                  <a:schemeClr val="bg1">
                    <a:lumMod val="75000"/>
                  </a:schemeClr>
                </a:solidFill>
                <a:latin typeface="Arial" charset="0"/>
              </a:rPr>
              <a:t>RESEARCH POSTER PRESENTATION </a:t>
            </a:r>
            <a:r>
              <a:rPr lang="en-US" sz="540" b="1" dirty="0">
                <a:solidFill>
                  <a:schemeClr val="bg1">
                    <a:lumMod val="75000"/>
                  </a:schemeClr>
                </a:solidFill>
                <a:latin typeface="Arial" charset="0"/>
              </a:rPr>
              <a:t>DESIGN © </a:t>
            </a:r>
            <a:r>
              <a:rPr lang="en-US" sz="540" b="1" dirty="0" smtClean="0">
                <a:solidFill>
                  <a:schemeClr val="bg1">
                    <a:lumMod val="75000"/>
                  </a:schemeClr>
                </a:solidFill>
                <a:latin typeface="Arial" charset="0"/>
              </a:rPr>
              <a:t>2015</a:t>
            </a:r>
            <a:endParaRPr lang="en-US" sz="540" b="1" dirty="0">
              <a:solidFill>
                <a:schemeClr val="bg1">
                  <a:lumMod val="75000"/>
                </a:schemeClr>
              </a:solidFill>
              <a:latin typeface="Arial" charset="0"/>
            </a:endParaRP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9" r:id="rId1"/>
  </p:sldLayoutIdLst>
  <p:timing>
    <p:tnLst>
      <p:par>
        <p:cTn id="1" dur="indefinite" restart="never" nodeType="tmRoot"/>
      </p:par>
    </p:tnLst>
  </p:timing>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grpSp>
        <p:nvGrpSpPr>
          <p:cNvPr id="25" name="Group 24"/>
          <p:cNvGrpSpPr/>
          <p:nvPr userDrawn="1"/>
        </p:nvGrpSpPr>
        <p:grpSpPr>
          <a:xfrm>
            <a:off x="-12658121" y="-43314"/>
            <a:ext cx="12259293" cy="32961714"/>
            <a:chOff x="-11225189" y="-1"/>
            <a:chExt cx="11018865" cy="32918401"/>
          </a:xfrm>
        </p:grpSpPr>
        <p:sp>
          <p:nvSpPr>
            <p:cNvPr id="26" name="Rectangle 25"/>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smtClean="0">
                  <a:solidFill>
                    <a:srgbClr val="FF0000"/>
                  </a:solidFill>
                  <a:latin typeface="Trebuchet MS" pitchFamily="34" charset="0"/>
                </a:rPr>
                <a:t>(—THIS SIDEBAR DOES NOT PRINT—)</a:t>
              </a:r>
              <a:endParaRPr lang="en-US" sz="2880" b="1" spc="540"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DESIGN</a:t>
              </a:r>
              <a:r>
                <a:rPr lang="en-US" sz="3600" b="1" spc="540" baseline="0" dirty="0" smtClean="0">
                  <a:solidFill>
                    <a:schemeClr val="bg1"/>
                  </a:solidFill>
                  <a:latin typeface="Trebuchet MS" pitchFamily="34" charset="0"/>
                </a:rPr>
                <a:t> </a:t>
              </a:r>
              <a:r>
                <a:rPr lang="en-US" sz="3600" b="1" spc="540" dirty="0" smtClean="0">
                  <a:solidFill>
                    <a:schemeClr val="bg1"/>
                  </a:solidFill>
                  <a:latin typeface="Trebuchet MS" pitchFamily="34" charset="0"/>
                </a:rPr>
                <a:t>GUIDE</a:t>
              </a:r>
            </a:p>
            <a:p>
              <a:pPr algn="ctr"/>
              <a:endParaRPr lang="en-US" sz="2520" b="1" dirty="0" smtClean="0">
                <a:latin typeface="Trebuchet MS" pitchFamily="34" charset="0"/>
              </a:endParaRPr>
            </a:p>
            <a:p>
              <a:pPr defTabSz="3389075"/>
              <a:r>
                <a:rPr lang="en-US" sz="2520" i="0" dirty="0" smtClean="0">
                  <a:latin typeface="Trebuchet MS" pitchFamily="34" charset="0"/>
                </a:rPr>
                <a:t>This PowerPoint</a:t>
              </a:r>
              <a:r>
                <a:rPr lang="en-US" sz="2520" i="0" baseline="0" dirty="0" smtClean="0">
                  <a:latin typeface="Trebuchet MS" pitchFamily="34" charset="0"/>
                </a:rPr>
                <a:t> </a:t>
              </a:r>
              <a:r>
                <a:rPr lang="en-US" sz="2520" i="0" dirty="0" smtClean="0">
                  <a:latin typeface="Trebuchet MS" pitchFamily="34" charset="0"/>
                </a:rPr>
                <a:t>2007 template produces</a:t>
              </a:r>
              <a:r>
                <a:rPr lang="en-US" sz="2520" i="0" baseline="0" dirty="0" smtClean="0">
                  <a:latin typeface="Trebuchet MS" pitchFamily="34" charset="0"/>
                </a:rPr>
                <a:t> </a:t>
              </a:r>
              <a:r>
                <a:rPr lang="en-US" sz="2520" i="0" dirty="0" smtClean="0">
                  <a:latin typeface="Trebuchet MS" pitchFamily="34" charset="0"/>
                </a:rPr>
                <a:t>a 30”x40” presentation poster. </a:t>
              </a:r>
              <a:r>
                <a:rPr lang="en-US" sz="2520" dirty="0" smtClean="0">
                  <a:latin typeface="Trebuchet MS" pitchFamily="34" charset="0"/>
                </a:rPr>
                <a:t>You</a:t>
              </a:r>
              <a:r>
                <a:rPr lang="en-US" sz="2520" baseline="0" dirty="0" smtClean="0">
                  <a:latin typeface="Trebuchet MS" pitchFamily="34" charset="0"/>
                </a:rPr>
                <a:t> can u</a:t>
              </a:r>
              <a:r>
                <a:rPr lang="en-US" sz="2520" dirty="0" smtClean="0">
                  <a:latin typeface="Trebuchet MS" pitchFamily="34" charset="0"/>
                </a:rPr>
                <a:t>se</a:t>
              </a:r>
              <a:r>
                <a:rPr lang="en-US" sz="2520" baseline="0" dirty="0" smtClean="0">
                  <a:latin typeface="Trebuchet MS" pitchFamily="34" charset="0"/>
                </a:rPr>
                <a:t> it to create your research poster and </a:t>
              </a:r>
              <a:r>
                <a:rPr lang="en-US" sz="2520" dirty="0" smtClean="0">
                  <a:latin typeface="Trebuchet MS" pitchFamily="34" charset="0"/>
                </a:rPr>
                <a:t>save valuable time placing titles, subtitles,</a:t>
              </a:r>
              <a:r>
                <a:rPr lang="en-US" sz="2520" baseline="0" dirty="0" smtClean="0">
                  <a:latin typeface="Trebuchet MS" pitchFamily="34" charset="0"/>
                </a:rPr>
                <a:t> text, and graphics</a:t>
              </a:r>
              <a:r>
                <a:rPr lang="en-US" sz="2520" dirty="0" smtClean="0">
                  <a:latin typeface="Trebuchet MS" pitchFamily="34" charset="0"/>
                </a:rPr>
                <a:t>. </a:t>
              </a:r>
            </a:p>
            <a:p>
              <a:pPr defTabSz="3389075"/>
              <a:endParaRPr lang="en-US" sz="2520" dirty="0" smtClean="0">
                <a:latin typeface="Trebuchet MS" pitchFamily="34" charset="0"/>
              </a:endParaRPr>
            </a:p>
            <a:p>
              <a:pPr defTabSz="3950297"/>
              <a:r>
                <a:rPr lang="en-US" sz="2520" dirty="0" smtClean="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smtClean="0">
                  <a:solidFill>
                    <a:srgbClr val="FFC000"/>
                  </a:solidFill>
                  <a:latin typeface="Trebuchet MS" pitchFamily="34" charset="0"/>
                </a:rPr>
                <a:t>PosterPresentations.com</a:t>
              </a:r>
              <a:r>
                <a:rPr lang="en-US" sz="2520" b="1" dirty="0" smtClean="0">
                  <a:solidFill>
                    <a:schemeClr val="bg1"/>
                  </a:solidFill>
                  <a:latin typeface="Trebuchet MS" pitchFamily="34" charset="0"/>
                </a:rPr>
                <a:t> </a:t>
              </a:r>
              <a:r>
                <a:rPr lang="en-US" sz="2520" dirty="0" smtClean="0">
                  <a:solidFill>
                    <a:schemeClr val="bg1"/>
                  </a:solidFill>
                  <a:latin typeface="Trebuchet MS" pitchFamily="34" charset="0"/>
                </a:rPr>
                <a:t>and click on HELP DESK.</a:t>
              </a:r>
            </a:p>
            <a:p>
              <a:pPr defTabSz="3950297"/>
              <a:endParaRPr lang="en-US" sz="2520" dirty="0" smtClean="0">
                <a:latin typeface="Trebuchet MS" pitchFamily="34" charset="0"/>
              </a:endParaRPr>
            </a:p>
            <a:p>
              <a:pPr defTabSz="3950297"/>
              <a:r>
                <a:rPr lang="en-US" sz="2520" dirty="0" smtClean="0">
                  <a:solidFill>
                    <a:schemeClr val="bg1"/>
                  </a:solidFill>
                  <a:latin typeface="Trebuchet MS" pitchFamily="34" charset="0"/>
                </a:rPr>
                <a:t>When</a:t>
              </a:r>
              <a:r>
                <a:rPr lang="en-US" sz="2520" baseline="0" dirty="0" smtClean="0">
                  <a:solidFill>
                    <a:schemeClr val="bg1"/>
                  </a:solidFill>
                  <a:latin typeface="Trebuchet MS" pitchFamily="34" charset="0"/>
                </a:rPr>
                <a:t> you are ready to print your poster</a:t>
              </a:r>
              <a:r>
                <a:rPr lang="en-US" sz="2520" dirty="0" smtClean="0">
                  <a:solidFill>
                    <a:schemeClr val="bg1"/>
                  </a:solidFill>
                  <a:latin typeface="Trebuchet MS" pitchFamily="34" charset="0"/>
                </a:rPr>
                <a:t>,</a:t>
              </a:r>
              <a:r>
                <a:rPr lang="en-US" sz="2520" baseline="0" dirty="0" smtClean="0">
                  <a:solidFill>
                    <a:schemeClr val="bg1"/>
                  </a:solidFill>
                  <a:latin typeface="Trebuchet MS" pitchFamily="34" charset="0"/>
                </a:rPr>
                <a:t> go online to </a:t>
              </a:r>
              <a:r>
                <a:rPr lang="en-US" sz="2520" b="0" dirty="0" smtClean="0">
                  <a:solidFill>
                    <a:schemeClr val="bg1"/>
                  </a:solidFill>
                  <a:latin typeface="Trebuchet MS" pitchFamily="34" charset="0"/>
                </a:rPr>
                <a:t>PosterPresentations.com</a:t>
              </a:r>
              <a:r>
                <a:rPr lang="en-US" sz="2520" dirty="0" smtClean="0">
                  <a:solidFill>
                    <a:schemeClr val="bg1"/>
                  </a:solidFill>
                  <a:latin typeface="Trebuchet MS" pitchFamily="34" charset="0"/>
                </a:rPr>
                <a:t/>
              </a:r>
              <a:br>
                <a:rPr lang="en-US" sz="2520" dirty="0" smtClean="0">
                  <a:solidFill>
                    <a:schemeClr val="bg1"/>
                  </a:solidFill>
                  <a:latin typeface="Trebuchet MS" pitchFamily="34" charset="0"/>
                </a:rPr>
              </a:br>
              <a:endParaRPr lang="en-US" sz="2520" dirty="0" smtClean="0">
                <a:solidFill>
                  <a:schemeClr val="bg1"/>
                </a:solidFill>
                <a:latin typeface="Trebuchet MS" pitchFamily="34" charset="0"/>
              </a:endParaRPr>
            </a:p>
            <a:p>
              <a:pPr algn="l" defTabSz="3389075"/>
              <a:r>
                <a:rPr lang="en-US" sz="2520" b="0" dirty="0" smtClean="0">
                  <a:solidFill>
                    <a:schemeClr val="bg1"/>
                  </a:solidFill>
                  <a:latin typeface="Trebuchet MS" pitchFamily="34" charset="0"/>
                </a:rPr>
                <a:t>Need</a:t>
              </a:r>
              <a:r>
                <a:rPr lang="en-US" sz="2520" b="0" baseline="0" dirty="0" smtClean="0">
                  <a:solidFill>
                    <a:schemeClr val="bg1"/>
                  </a:solidFill>
                  <a:latin typeface="Trebuchet MS" pitchFamily="34" charset="0"/>
                </a:rPr>
                <a:t> assistance? Call us at </a:t>
              </a:r>
              <a:r>
                <a:rPr lang="en-US" sz="2520" b="0" dirty="0" smtClean="0">
                  <a:solidFill>
                    <a:srgbClr val="FFC000"/>
                  </a:solidFill>
                  <a:latin typeface="Trebuchet MS" pitchFamily="34" charset="0"/>
                </a:rPr>
                <a:t>1.510.649.3001</a:t>
              </a:r>
            </a:p>
            <a:p>
              <a:pPr algn="l" defTabSz="3389075"/>
              <a:endParaRPr lang="en-US" sz="3240" b="1" dirty="0" smtClean="0">
                <a:solidFill>
                  <a:srgbClr val="FFFF00"/>
                </a:solidFill>
                <a:latin typeface="Trebuchet MS" pitchFamily="34" charset="0"/>
              </a:endParaRPr>
            </a:p>
            <a:p>
              <a:pPr algn="ctr"/>
              <a:endParaRPr lang="en-US" sz="2160" b="1"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QUICK START</a:t>
              </a:r>
            </a:p>
            <a:p>
              <a:pPr algn="ctr"/>
              <a:endParaRPr lang="en-US" sz="288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Zoom in and out</a:t>
              </a:r>
            </a:p>
            <a:p>
              <a:pPr marL="2274570" indent="-585788" algn="l" defTabSz="765810">
                <a:tabLst/>
              </a:pPr>
              <a:r>
                <a:rPr lang="en-US" sz="2160" b="0" baseline="0" dirty="0" smtClean="0">
                  <a:solidFill>
                    <a:schemeClr val="bg1"/>
                  </a:solidFill>
                  <a:latin typeface="Trebuchet MS" pitchFamily="34" charset="0"/>
                </a:rPr>
                <a:t>	</a:t>
              </a:r>
              <a:r>
                <a:rPr lang="en-US" sz="2160" b="0" baseline="0" dirty="0" smtClean="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Title, Authors, and Affiliations</a:t>
              </a:r>
            </a:p>
            <a:p>
              <a:pPr algn="l"/>
              <a:r>
                <a:rPr lang="en-US" sz="2160" b="0" baseline="0" dirty="0" smtClean="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smtClean="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The font size of your title should be bigger than your name(s) and institution name(s).</a:t>
              </a:r>
            </a:p>
            <a:p>
              <a:pPr algn="l"/>
              <a:r>
                <a:rPr lang="en-US" sz="2520" b="1" baseline="0" dirty="0" smtClean="0">
                  <a:solidFill>
                    <a:schemeClr val="bg1"/>
                  </a:solidFill>
                  <a:latin typeface="Trebuchet MS" pitchFamily="34" charset="0"/>
                </a:rPr>
                <a:t/>
              </a:r>
              <a:br>
                <a:rPr lang="en-US" sz="2520" b="1" baseline="0" dirty="0" smtClean="0">
                  <a:solidFill>
                    <a:schemeClr val="bg1"/>
                  </a:solidFill>
                  <a:latin typeface="Trebuchet MS" pitchFamily="34" charset="0"/>
                </a:rPr>
              </a:br>
              <a:endParaRPr lang="en-US" sz="2520" b="1" dirty="0" smtClean="0">
                <a:solidFill>
                  <a:schemeClr val="bg1"/>
                </a:solidFill>
                <a:latin typeface="Trebuchet MS" pitchFamily="34" charset="0"/>
              </a:endParaRPr>
            </a:p>
            <a:p>
              <a:pPr algn="ctr"/>
              <a:endParaRPr lang="en-US" sz="2520" b="1" dirty="0" smtClean="0">
                <a:solidFill>
                  <a:srgbClr val="FFC000"/>
                </a:solidFill>
                <a:latin typeface="Trebuchet MS" pitchFamily="34" charset="0"/>
              </a:endParaRPr>
            </a:p>
            <a:p>
              <a:pPr algn="ctr"/>
              <a:endParaRPr lang="en-US" sz="2520" b="1" dirty="0" smtClean="0">
                <a:solidFill>
                  <a:srgbClr val="FFC000"/>
                </a:solidFill>
                <a:latin typeface="Trebuchet MS" pitchFamily="34" charset="0"/>
              </a:endParaRPr>
            </a:p>
            <a:p>
              <a:pPr algn="ctr"/>
              <a:r>
                <a:rPr lang="en-US" sz="2880" b="1" dirty="0" smtClean="0">
                  <a:solidFill>
                    <a:srgbClr val="FFC000"/>
                  </a:solidFill>
                  <a:latin typeface="Trebuchet MS" pitchFamily="34" charset="0"/>
                </a:rPr>
                <a:t>Adding Logos</a:t>
              </a:r>
              <a:r>
                <a:rPr lang="en-US" sz="2880" b="1" baseline="0" dirty="0" smtClean="0">
                  <a:solidFill>
                    <a:srgbClr val="FFC000"/>
                  </a:solidFill>
                  <a:latin typeface="Trebuchet MS" pitchFamily="34" charset="0"/>
                </a:rPr>
                <a:t> / Seals</a:t>
              </a:r>
            </a:p>
            <a:p>
              <a:pPr algn="l"/>
              <a:r>
                <a:rPr lang="en-US" sz="2160" b="0" baseline="0" dirty="0" smtClean="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spc="0"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See if your school’s logo is available on our free poster templates page.</a:t>
              </a:r>
            </a:p>
            <a:p>
              <a:pPr algn="l"/>
              <a:endParaRPr lang="en-US" sz="2160" b="0" baseline="0" dirty="0" smtClean="0">
                <a:latin typeface="Trebuchet MS" pitchFamily="34" charset="0"/>
              </a:endParaRPr>
            </a:p>
            <a:p>
              <a:pPr algn="ctr"/>
              <a:r>
                <a:rPr lang="en-US" sz="2880" b="1" baseline="0" dirty="0" smtClean="0">
                  <a:solidFill>
                    <a:srgbClr val="FFC000"/>
                  </a:solidFill>
                  <a:latin typeface="Trebuchet MS" pitchFamily="34" charset="0"/>
                </a:rPr>
                <a:t>Photographs / Graphics</a:t>
              </a:r>
            </a:p>
            <a:p>
              <a:pPr algn="l" defTabSz="880110"/>
              <a:r>
                <a:rPr lang="en-US" sz="2160" b="0" baseline="0" dirty="0" smtClean="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smtClean="0">
                  <a:solidFill>
                    <a:schemeClr val="bg1">
                      <a:lumMod val="75000"/>
                    </a:schemeClr>
                  </a:solidFill>
                  <a:latin typeface="Trebuchet MS" pitchFamily="34" charset="0"/>
                </a:rPr>
                <a:t>disproportionally.</a:t>
              </a:r>
            </a:p>
            <a:p>
              <a:pPr algn="l" defTabSz="880110"/>
              <a:endParaRPr lang="en-US" sz="2160" b="0" baseline="0" dirty="0" smtClean="0">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r>
                <a:rPr lang="en-US" sz="2880" b="1" baseline="0" dirty="0" smtClean="0">
                  <a:solidFill>
                    <a:srgbClr val="FFC000"/>
                  </a:solidFill>
                  <a:latin typeface="Trebuchet MS" pitchFamily="34" charset="0"/>
                </a:rPr>
                <a:t>Image Quality Check</a:t>
              </a:r>
            </a:p>
            <a:p>
              <a:pPr lvl="0" algn="l" defTabSz="880110"/>
              <a:r>
                <a:rPr lang="en-US" sz="2160" b="0" baseline="0" dirty="0" smtClean="0">
                  <a:solidFill>
                    <a:schemeClr val="bg1">
                      <a:lumMod val="75000"/>
                    </a:schemeClr>
                  </a:solidFill>
                  <a:latin typeface="Trebuchet MS" pitchFamily="34" charset="0"/>
                </a:rPr>
                <a:t>Zoom in and look at your images at 100% magnification. If they look good they will print well. </a:t>
              </a:r>
              <a:endParaRPr lang="en-US" sz="2520" b="0" dirty="0" smtClean="0">
                <a:latin typeface="Trebuchet MS" pitchFamily="34" charset="0"/>
              </a:endParaRPr>
            </a:p>
          </p:txBody>
        </p:sp>
        <p:cxnSp>
          <p:nvCxnSpPr>
            <p:cNvPr id="36" name="Straight Connector 35"/>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37" name="Picture 36"/>
            <p:cNvPicPr>
              <a:picLocks noChangeAspect="1"/>
            </p:cNvPicPr>
            <p:nvPr userDrawn="1"/>
          </p:nvPicPr>
          <p:blipFill>
            <a:blip r:embed="rId4"/>
            <a:stretch>
              <a:fillRect/>
            </a:stretch>
          </p:blipFill>
          <p:spPr>
            <a:xfrm>
              <a:off x="-10479105" y="8732868"/>
              <a:ext cx="1597666" cy="1201935"/>
            </a:xfrm>
            <a:prstGeom prst="rect">
              <a:avLst/>
            </a:prstGeom>
          </p:spPr>
        </p:pic>
        <p:pic>
          <p:nvPicPr>
            <p:cNvPr id="38" name="Picture 37"/>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9" name="Group 38"/>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3" name="Picture 52"/>
                <p:cNvPicPr>
                  <a:picLocks noChangeAspect="1"/>
                </p:cNvPicPr>
                <p:nvPr userDrawn="1"/>
              </p:nvPicPr>
              <p:blipFill>
                <a:blip r:embed="rId6"/>
                <a:stretch>
                  <a:fillRect/>
                </a:stretch>
              </p:blipFill>
              <p:spPr>
                <a:xfrm>
                  <a:off x="-3948160" y="8525819"/>
                  <a:ext cx="768801" cy="1090857"/>
                </a:xfrm>
                <a:prstGeom prst="rect">
                  <a:avLst/>
                </a:prstGeom>
              </p:spPr>
            </p:pic>
            <p:sp>
              <p:nvSpPr>
                <p:cNvPr id="54" name="TextBox 53"/>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smtClean="0">
                      <a:solidFill>
                        <a:schemeClr val="tx1"/>
                      </a:solidFill>
                    </a:rPr>
                    <a:t>ORIGINAL</a:t>
                  </a:r>
                  <a:endParaRPr lang="en-US" sz="1800" b="1" dirty="0">
                    <a:solidFill>
                      <a:schemeClr val="tx1"/>
                    </a:solidFill>
                  </a:endParaRPr>
                </a:p>
              </p:txBody>
            </p:sp>
          </p:grpSp>
          <p:grpSp>
            <p:nvGrpSpPr>
              <p:cNvPr id="47" name="Group 46"/>
              <p:cNvGrpSpPr/>
              <p:nvPr userDrawn="1"/>
            </p:nvGrpSpPr>
            <p:grpSpPr>
              <a:xfrm>
                <a:off x="-2033159" y="9252359"/>
                <a:ext cx="1033517" cy="907388"/>
                <a:chOff x="-2921738" y="8714808"/>
                <a:chExt cx="1420279" cy="1246948"/>
              </a:xfrm>
            </p:grpSpPr>
            <p:pic>
              <p:nvPicPr>
                <p:cNvPr id="51" name="Picture 50"/>
                <p:cNvPicPr>
                  <a:picLocks noChangeAspect="1"/>
                </p:cNvPicPr>
                <p:nvPr userDrawn="1"/>
              </p:nvPicPr>
              <p:blipFill>
                <a:blip r:embed="rId6"/>
                <a:stretch>
                  <a:fillRect/>
                </a:stretch>
              </p:blipFill>
              <p:spPr>
                <a:xfrm>
                  <a:off x="-2921738" y="8714808"/>
                  <a:ext cx="1420279" cy="1029694"/>
                </a:xfrm>
                <a:prstGeom prst="rect">
                  <a:avLst/>
                </a:prstGeom>
              </p:spPr>
            </p:pic>
            <p:sp>
              <p:nvSpPr>
                <p:cNvPr id="52" name="TextBox 51"/>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smtClean="0">
                      <a:solidFill>
                        <a:schemeClr val="bg1"/>
                      </a:solidFill>
                    </a:rPr>
                    <a:t>DISTORTED</a:t>
                  </a:r>
                  <a:endParaRPr lang="en-US" sz="810" b="1" dirty="0">
                    <a:solidFill>
                      <a:schemeClr val="bg1"/>
                    </a:solidFill>
                  </a:endParaRPr>
                </a:p>
              </p:txBody>
            </p:sp>
          </p:grpSp>
          <p:pic>
            <p:nvPicPr>
              <p:cNvPr id="49" name="Picture 48"/>
              <p:cNvPicPr>
                <a:picLocks noChangeAspect="1"/>
              </p:cNvPicPr>
              <p:nvPr userDrawn="1"/>
            </p:nvPicPr>
            <p:blipFill>
              <a:blip r:embed="rId7"/>
              <a:stretch>
                <a:fillRect/>
              </a:stretch>
            </p:blipFill>
            <p:spPr>
              <a:xfrm>
                <a:off x="-4470427" y="9208123"/>
                <a:ext cx="1098742" cy="847761"/>
              </a:xfrm>
              <a:prstGeom prst="rect">
                <a:avLst/>
              </a:prstGeom>
            </p:spPr>
          </p:pic>
          <p:sp>
            <p:nvSpPr>
              <p:cNvPr id="50" name="TextBox 49"/>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smtClean="0">
                    <a:solidFill>
                      <a:schemeClr val="bg1"/>
                    </a:solidFill>
                  </a:rPr>
                  <a:t>Corner</a:t>
                </a:r>
                <a:r>
                  <a:rPr lang="en-US" sz="1440" baseline="0" dirty="0" smtClean="0">
                    <a:solidFill>
                      <a:schemeClr val="bg1"/>
                    </a:solidFill>
                  </a:rPr>
                  <a:t> handles</a:t>
                </a:r>
                <a:endParaRPr lang="en-US" sz="1440" dirty="0">
                  <a:solidFill>
                    <a:schemeClr val="bg1"/>
                  </a:solidFill>
                </a:endParaRPr>
              </a:p>
            </p:txBody>
          </p:sp>
        </p:grpSp>
        <p:grpSp>
          <p:nvGrpSpPr>
            <p:cNvPr id="40" name="Group 39"/>
            <p:cNvGrpSpPr/>
            <p:nvPr userDrawn="1"/>
          </p:nvGrpSpPr>
          <p:grpSpPr>
            <a:xfrm>
              <a:off x="-10395497" y="23738190"/>
              <a:ext cx="9316420" cy="2453251"/>
              <a:chOff x="-4753477" y="10890292"/>
              <a:chExt cx="4293521" cy="1127128"/>
            </a:xfrm>
          </p:grpSpPr>
          <p:graphicFrame>
            <p:nvGraphicFramePr>
              <p:cNvPr id="41" name="Object 40"/>
              <p:cNvGraphicFramePr>
                <a:graphicFrameLocks noChangeAspect="1"/>
              </p:cNvGraphicFramePr>
              <p:nvPr userDrawn="1">
                <p:extLst>
                  <p:ext uri="{D42A27DB-BD31-4B8C-83A1-F6EECF244321}">
                    <p14:modId xmlns:p14="http://schemas.microsoft.com/office/powerpoint/2010/main" val="3944284615"/>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2112"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42" name="Object 41"/>
              <p:cNvGraphicFramePr>
                <a:graphicFrameLocks noChangeAspect="1"/>
              </p:cNvGraphicFramePr>
              <p:nvPr userDrawn="1">
                <p:extLst>
                  <p:ext uri="{D42A27DB-BD31-4B8C-83A1-F6EECF244321}">
                    <p14:modId xmlns:p14="http://schemas.microsoft.com/office/powerpoint/2010/main" val="1959636283"/>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2113"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3" name="TextBox 42"/>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smtClean="0">
                    <a:solidFill>
                      <a:srgbClr val="92D050"/>
                    </a:solidFill>
                  </a:rPr>
                  <a:t>Good</a:t>
                </a:r>
                <a:r>
                  <a:rPr lang="en-US" sz="1800" baseline="0" dirty="0" smtClean="0">
                    <a:solidFill>
                      <a:srgbClr val="92D050"/>
                    </a:solidFill>
                  </a:rPr>
                  <a:t> </a:t>
                </a:r>
                <a:r>
                  <a:rPr lang="en-US" sz="1800" baseline="0" dirty="0" smtClean="0">
                    <a:solidFill>
                      <a:schemeClr val="bg1"/>
                    </a:solidFill>
                  </a:rPr>
                  <a:t>printing quality</a:t>
                </a:r>
                <a:endParaRPr lang="en-US" sz="1800" dirty="0">
                  <a:solidFill>
                    <a:schemeClr val="bg1"/>
                  </a:solidFill>
                </a:endParaRPr>
              </a:p>
            </p:txBody>
          </p:sp>
          <p:sp>
            <p:nvSpPr>
              <p:cNvPr id="44" name="TextBox 43"/>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smtClean="0">
                    <a:solidFill>
                      <a:srgbClr val="FF0000"/>
                    </a:solidFill>
                  </a:rPr>
                  <a:t>Bad </a:t>
                </a:r>
                <a:r>
                  <a:rPr lang="en-US" sz="1800" dirty="0" smtClean="0">
                    <a:solidFill>
                      <a:schemeClr val="bg1"/>
                    </a:solidFill>
                  </a:rPr>
                  <a:t>printing quality</a:t>
                </a:r>
                <a:endParaRPr lang="en-US" sz="1800" dirty="0">
                  <a:solidFill>
                    <a:schemeClr val="bg1"/>
                  </a:solidFill>
                </a:endParaRPr>
              </a:p>
            </p:txBody>
          </p:sp>
        </p:grpSp>
      </p:grpSp>
      <p:grpSp>
        <p:nvGrpSpPr>
          <p:cNvPr id="55" name="Group 54"/>
          <p:cNvGrpSpPr/>
          <p:nvPr userDrawn="1"/>
        </p:nvGrpSpPr>
        <p:grpSpPr>
          <a:xfrm>
            <a:off x="27804389" y="1"/>
            <a:ext cx="12284832" cy="32956206"/>
            <a:chOff x="44157839" y="-55065"/>
            <a:chExt cx="11062139" cy="32973465"/>
          </a:xfrm>
        </p:grpSpPr>
        <p:sp>
          <p:nvSpPr>
            <p:cNvPr id="56" name="Rectangle 55"/>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smtClean="0">
                  <a:solidFill>
                    <a:schemeClr val="bg1"/>
                  </a:solidFill>
                  <a:latin typeface="Trebuchet MS" pitchFamily="34" charset="0"/>
                </a:rPr>
                <a:t>QUICK START (cont.)</a:t>
              </a:r>
            </a:p>
            <a:p>
              <a:pPr algn="ctr"/>
              <a:endParaRPr lang="en-US" sz="324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smtClean="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r>
                <a:rPr lang="en-US" sz="2160" b="0" baseline="0" dirty="0" smtClean="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Text</a:t>
              </a:r>
            </a:p>
            <a:p>
              <a:pPr marL="3086100" lvl="2" indent="0" algn="l" defTabSz="102870"/>
              <a:r>
                <a:rPr lang="en-US" sz="2160" b="0" baseline="0" dirty="0" smtClean="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 </a:t>
              </a:r>
              <a:r>
                <a:rPr kumimoji="0" lang="en-US" sz="2880" b="1" i="0" u="none" strike="noStrike" kern="1200" cap="none" spc="0" normalizeH="0" baseline="0" noProof="0" dirty="0" smtClean="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smtClean="0">
                <a:solidFill>
                  <a:schemeClr val="bg1">
                    <a:lumMod val="75000"/>
                  </a:schemeClr>
                </a:solidFill>
                <a:latin typeface="Trebuchet MS" pitchFamily="34" charset="0"/>
              </a:endParaRPr>
            </a:p>
            <a:p>
              <a:pPr marL="1366507" lvl="2"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Tables</a:t>
              </a:r>
            </a:p>
            <a:p>
              <a:pPr marL="1800225" lvl="1" indent="0" algn="l" defTabSz="102870"/>
              <a:r>
                <a:rPr lang="en-US" sz="2160" b="0" baseline="0" dirty="0" smtClean="0">
                  <a:solidFill>
                    <a:schemeClr val="bg1">
                      <a:lumMod val="75000"/>
                    </a:schemeClr>
                  </a:solidFill>
                  <a:latin typeface="Trebuchet MS" pitchFamily="34" charset="0"/>
                </a:rPr>
                <a:t>To add a table from scratch go to the INSERT menu and </a:t>
              </a:r>
              <a:br>
                <a:rPr lang="en-US" sz="2160" b="0" baseline="0" dirty="0" smtClean="0">
                  <a:solidFill>
                    <a:schemeClr val="bg1">
                      <a:lumMod val="75000"/>
                    </a:schemeClr>
                  </a:solidFill>
                  <a:latin typeface="Trebuchet MS" pitchFamily="34" charset="0"/>
                </a:rPr>
              </a:br>
              <a:r>
                <a:rPr lang="en-US" sz="2160" b="0" baseline="0" dirty="0" smtClean="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smtClean="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smtClean="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smtClean="0">
                <a:ln>
                  <a:noFill/>
                </a:ln>
                <a:solidFill>
                  <a:prstClr val="white">
                    <a:lumMod val="75000"/>
                  </a:prstClr>
                </a:solidFill>
                <a:effectLst/>
                <a:uLnTx/>
                <a:uFillTx/>
                <a:latin typeface="Trebuchet MS" pitchFamily="34" charset="0"/>
              </a:endParaRPr>
            </a:p>
          </p:txBody>
        </p:sp>
        <p:graphicFrame>
          <p:nvGraphicFramePr>
            <p:cNvPr id="57" name="Object 56"/>
            <p:cNvGraphicFramePr>
              <a:graphicFrameLocks noChangeAspect="1"/>
            </p:cNvGraphicFramePr>
            <p:nvPr userDrawn="1">
              <p:extLst>
                <p:ext uri="{D42A27DB-BD31-4B8C-83A1-F6EECF244321}">
                  <p14:modId xmlns:p14="http://schemas.microsoft.com/office/powerpoint/2010/main" val="4022661947"/>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2114"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8" name="Picture 57"/>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9" name="Object 58"/>
            <p:cNvGraphicFramePr>
              <a:graphicFrameLocks noChangeAspect="1"/>
            </p:cNvGraphicFramePr>
            <p:nvPr userDrawn="1">
              <p:extLst>
                <p:ext uri="{D42A27DB-BD31-4B8C-83A1-F6EECF244321}">
                  <p14:modId xmlns:p14="http://schemas.microsoft.com/office/powerpoint/2010/main" val="1198015845"/>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2115"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60" name="Group 59"/>
            <p:cNvGrpSpPr/>
            <p:nvPr userDrawn="1"/>
          </p:nvGrpSpPr>
          <p:grpSpPr>
            <a:xfrm>
              <a:off x="44487207" y="29414560"/>
              <a:ext cx="10354213" cy="1265612"/>
              <a:chOff x="44200453" y="28362386"/>
              <a:chExt cx="9771399" cy="1090622"/>
            </a:xfrm>
          </p:grpSpPr>
          <p:sp>
            <p:nvSpPr>
              <p:cNvPr id="62" name="Rounded Rectangle 61"/>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3"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4" name="TextBox 63"/>
              <p:cNvSpPr txBox="1"/>
              <p:nvPr userDrawn="1"/>
            </p:nvSpPr>
            <p:spPr>
              <a:xfrm>
                <a:off x="45300663" y="28552305"/>
                <a:ext cx="8671189" cy="652787"/>
              </a:xfrm>
              <a:prstGeom prst="rect">
                <a:avLst/>
              </a:prstGeom>
              <a:noFill/>
              <a:ln>
                <a:noFill/>
              </a:ln>
            </p:spPr>
            <p:txBody>
              <a:bodyPr wrap="square" rtlCol="0">
                <a:spAutoFit/>
              </a:bodyPr>
              <a:lstStyle/>
              <a:p>
                <a:r>
                  <a:rPr lang="en-US" sz="2160" dirty="0" smtClean="0">
                    <a:solidFill>
                      <a:schemeClr val="tx2"/>
                    </a:solidFill>
                    <a:latin typeface="Trebuchet MS" pitchFamily="34" charset="0"/>
                  </a:rPr>
                  <a:t>Student</a:t>
                </a:r>
                <a:r>
                  <a:rPr lang="en-US" sz="2160" baseline="0" dirty="0" smtClean="0">
                    <a:solidFill>
                      <a:schemeClr val="tx2"/>
                    </a:solidFill>
                    <a:latin typeface="Trebuchet MS" pitchFamily="34" charset="0"/>
                  </a:rPr>
                  <a:t> discounts are available on our </a:t>
                </a:r>
                <a:r>
                  <a:rPr lang="en-US" sz="2160" baseline="0" dirty="0" err="1" smtClean="0">
                    <a:solidFill>
                      <a:schemeClr val="tx2"/>
                    </a:solidFill>
                    <a:latin typeface="Trebuchet MS" pitchFamily="34" charset="0"/>
                  </a:rPr>
                  <a:t>Facebook</a:t>
                </a:r>
                <a:r>
                  <a:rPr lang="en-US" sz="2160" baseline="0" dirty="0" smtClean="0">
                    <a:solidFill>
                      <a:schemeClr val="tx2"/>
                    </a:solidFill>
                    <a:latin typeface="Trebuchet MS" pitchFamily="34" charset="0"/>
                  </a:rPr>
                  <a:t> page.</a:t>
                </a:r>
                <a:br>
                  <a:rPr lang="en-US" sz="2160" baseline="0" dirty="0" smtClean="0">
                    <a:solidFill>
                      <a:schemeClr val="tx2"/>
                    </a:solidFill>
                    <a:latin typeface="Trebuchet MS" pitchFamily="34" charset="0"/>
                  </a:rPr>
                </a:br>
                <a:r>
                  <a:rPr lang="en-US" sz="2160" baseline="0" dirty="0" smtClean="0">
                    <a:solidFill>
                      <a:schemeClr val="tx2"/>
                    </a:solidFill>
                    <a:latin typeface="Trebuchet MS" pitchFamily="34" charset="0"/>
                  </a:rPr>
                  <a:t>Go to </a:t>
                </a:r>
                <a:r>
                  <a:rPr lang="en-US" sz="2160" u="sng" baseline="0" dirty="0" smtClean="0">
                    <a:solidFill>
                      <a:schemeClr val="tx2"/>
                    </a:solidFill>
                    <a:latin typeface="Trebuchet MS" pitchFamily="34" charset="0"/>
                  </a:rPr>
                  <a:t>PosterPresentations.com</a:t>
                </a:r>
                <a:r>
                  <a:rPr lang="en-US" sz="2160" baseline="0" dirty="0" smtClean="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grpSp>
      <p:sp>
        <p:nvSpPr>
          <p:cNvPr id="35" name="TextBox 34"/>
          <p:cNvSpPr txBox="1"/>
          <p:nvPr userDrawn="1"/>
        </p:nvSpPr>
        <p:spPr>
          <a:xfrm>
            <a:off x="28170163" y="31208504"/>
            <a:ext cx="7629577" cy="1239156"/>
          </a:xfrm>
          <a:prstGeom prst="rect">
            <a:avLst/>
          </a:prstGeom>
          <a:noFill/>
        </p:spPr>
        <p:txBody>
          <a:bodyPr wrap="square" lIns="58774" tIns="29386" rIns="58774" bIns="29386" rtlCol="0">
            <a:spAutoFit/>
          </a:bodyPr>
          <a:lstStyle/>
          <a:p>
            <a:pPr marL="260033" indent="-260033">
              <a:lnSpc>
                <a:spcPts val="2340"/>
              </a:lnSpc>
            </a:pPr>
            <a:r>
              <a:rPr lang="en-US" sz="2520" dirty="0" smtClean="0">
                <a:solidFill>
                  <a:schemeClr val="bg1"/>
                </a:solidFill>
              </a:rPr>
              <a:t>©2015</a:t>
            </a:r>
            <a:r>
              <a:rPr lang="en-US" sz="2520" baseline="0" dirty="0" smtClean="0">
                <a:solidFill>
                  <a:schemeClr val="bg1"/>
                </a:solidFill>
              </a:rPr>
              <a:t> </a:t>
            </a:r>
            <a:r>
              <a:rPr lang="en-US" sz="2520" dirty="0" smtClean="0">
                <a:solidFill>
                  <a:schemeClr val="bg1"/>
                </a:solidFill>
              </a:rPr>
              <a:t>PosterPresentations.com</a:t>
            </a:r>
            <a:br>
              <a:rPr lang="en-US" sz="2520" dirty="0" smtClean="0">
                <a:solidFill>
                  <a:schemeClr val="bg1"/>
                </a:solidFill>
              </a:rPr>
            </a:br>
            <a:r>
              <a:rPr lang="en-US" sz="2160" dirty="0" smtClean="0">
                <a:solidFill>
                  <a:schemeClr val="bg1"/>
                </a:solidFill>
              </a:rPr>
              <a:t>2117 Fourth Street ,</a:t>
            </a:r>
            <a:r>
              <a:rPr lang="en-US" sz="2160" baseline="0" dirty="0" smtClean="0">
                <a:solidFill>
                  <a:schemeClr val="bg1"/>
                </a:solidFill>
              </a:rPr>
              <a:t> Unit C        </a:t>
            </a:r>
          </a:p>
          <a:p>
            <a:pPr marL="260033" indent="0">
              <a:lnSpc>
                <a:spcPts val="2340"/>
              </a:lnSpc>
            </a:pPr>
            <a:r>
              <a:rPr lang="en-US" sz="2160" baseline="0" dirty="0" smtClean="0">
                <a:solidFill>
                  <a:schemeClr val="bg1"/>
                </a:solidFill>
              </a:rPr>
              <a:t>Berkeley CA </a:t>
            </a:r>
            <a:r>
              <a:rPr lang="en-US" sz="1800" baseline="0" dirty="0" smtClean="0">
                <a:solidFill>
                  <a:schemeClr val="bg1"/>
                </a:solidFill>
              </a:rPr>
              <a:t>94710</a:t>
            </a:r>
            <a:r>
              <a:rPr lang="en-US" sz="2160" baseline="0" dirty="0" smtClean="0">
                <a:solidFill>
                  <a:schemeClr val="bg1"/>
                </a:solidFill>
              </a:rPr>
              <a:t/>
            </a:r>
            <a:br>
              <a:rPr lang="en-US" sz="2160" baseline="0" dirty="0" smtClean="0">
                <a:solidFill>
                  <a:schemeClr val="bg1"/>
                </a:solidFill>
              </a:rPr>
            </a:br>
            <a:r>
              <a:rPr lang="en-US" sz="2160" b="1" baseline="0" dirty="0" smtClean="0">
                <a:solidFill>
                  <a:srgbClr val="FFFF00"/>
                </a:solidFill>
              </a:rPr>
              <a:t>posterpresenter@gmail.com</a:t>
            </a:r>
            <a:endParaRPr lang="en-US" sz="2520" b="1" dirty="0">
              <a:solidFill>
                <a:srgbClr val="FFFF00"/>
              </a:solidFill>
            </a:endParaRPr>
          </a:p>
        </p:txBody>
      </p:sp>
      <p:sp>
        <p:nvSpPr>
          <p:cNvPr id="45" name="Rectangle 33"/>
          <p:cNvSpPr>
            <a:spLocks noChangeArrowheads="1"/>
          </p:cNvSpPr>
          <p:nvPr userDrawn="1"/>
        </p:nvSpPr>
        <p:spPr bwMode="auto">
          <a:xfrm>
            <a:off x="572142" y="5257679"/>
            <a:ext cx="26276635" cy="26746200"/>
          </a:xfrm>
          <a:prstGeom prst="roundRect">
            <a:avLst>
              <a:gd name="adj" fmla="val 1527"/>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48"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smtClean="0">
                <a:solidFill>
                  <a:schemeClr val="bg1">
                    <a:lumMod val="75000"/>
                  </a:schemeClr>
                </a:solidFill>
                <a:latin typeface="Arial" charset="0"/>
              </a:rPr>
              <a:t>RESEARCH POSTER PRESENTATION </a:t>
            </a:r>
            <a:r>
              <a:rPr lang="en-US" sz="540" b="1" dirty="0">
                <a:solidFill>
                  <a:schemeClr val="bg1">
                    <a:lumMod val="75000"/>
                  </a:schemeClr>
                </a:solidFill>
                <a:latin typeface="Arial" charset="0"/>
              </a:rPr>
              <a:t>DESIGN © </a:t>
            </a:r>
            <a:r>
              <a:rPr lang="en-US" sz="540" b="1" dirty="0" smtClean="0">
                <a:solidFill>
                  <a:schemeClr val="bg1">
                    <a:lumMod val="75000"/>
                  </a:schemeClr>
                </a:solidFill>
                <a:latin typeface="Arial" charset="0"/>
              </a:rPr>
              <a:t>2015</a:t>
            </a:r>
            <a:endParaRPr lang="en-US" sz="540" b="1" dirty="0">
              <a:solidFill>
                <a:schemeClr val="bg1">
                  <a:lumMod val="75000"/>
                </a:schemeClr>
              </a:solidFill>
              <a:latin typeface="Arial" charset="0"/>
            </a:endParaRP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4" r:id="rId1"/>
  </p:sldLayoutIdLst>
  <p:timing>
    <p:tnLst>
      <p:par>
        <p:cTn id="1" dur="indefinite" restart="never" nodeType="tmRoot"/>
      </p:par>
    </p:tnLst>
  </p:timing>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Text Placeholder 82"/>
          <p:cNvSpPr>
            <a:spLocks noGrp="1"/>
          </p:cNvSpPr>
          <p:nvPr>
            <p:ph type="body" sz="quarter" idx="10"/>
          </p:nvPr>
        </p:nvSpPr>
        <p:spPr>
          <a:xfrm>
            <a:off x="565119" y="5875819"/>
            <a:ext cx="12956288" cy="2058050"/>
          </a:xfrm>
        </p:spPr>
        <p:txBody>
          <a:bodyPr/>
          <a:lstStyle/>
          <a:p>
            <a:r>
              <a:rPr lang="en-US" dirty="0" smtClean="0"/>
              <a:t>The Visual Dialog task has been at the forefront of deep learning research and excellent performance has already been achieved. Visual Dialog is about training a network to learn information about images, and be able to answer questions and have a conversation about those images. It involves being able to encode the relevant information (such as the images, the captions for the images, and the questions and answers about the images) into a meaningful representation, as well as being able to decode that representation and come out with a correct answer</a:t>
            </a:r>
            <a:r>
              <a:rPr lang="en-US" smtClean="0"/>
              <a:t>. </a:t>
            </a:r>
            <a:endParaRPr lang="en-US" dirty="0"/>
          </a:p>
        </p:txBody>
      </p:sp>
      <p:sp>
        <p:nvSpPr>
          <p:cNvPr id="84" name="Text Placeholder 83"/>
          <p:cNvSpPr>
            <a:spLocks noGrp="1"/>
          </p:cNvSpPr>
          <p:nvPr>
            <p:ph type="body" sz="quarter" idx="11"/>
          </p:nvPr>
        </p:nvSpPr>
        <p:spPr/>
        <p:txBody>
          <a:bodyPr/>
          <a:lstStyle/>
          <a:p>
            <a:r>
              <a:rPr lang="en-US" dirty="0" smtClean="0"/>
              <a:t>Abstract</a:t>
            </a:r>
            <a:endParaRPr lang="en-US" dirty="0"/>
          </a:p>
        </p:txBody>
      </p:sp>
      <p:sp>
        <p:nvSpPr>
          <p:cNvPr id="85" name="Text Placeholder 84"/>
          <p:cNvSpPr>
            <a:spLocks noGrp="1"/>
          </p:cNvSpPr>
          <p:nvPr>
            <p:ph type="body" sz="quarter" idx="20"/>
          </p:nvPr>
        </p:nvSpPr>
        <p:spPr>
          <a:xfrm>
            <a:off x="576462" y="14232814"/>
            <a:ext cx="12949224" cy="643172"/>
          </a:xfrm>
        </p:spPr>
        <p:txBody>
          <a:bodyPr/>
          <a:lstStyle/>
          <a:p>
            <a:r>
              <a:rPr lang="en-US" smtClean="0"/>
              <a:t>Models</a:t>
            </a:r>
          </a:p>
        </p:txBody>
      </p:sp>
      <p:sp>
        <p:nvSpPr>
          <p:cNvPr id="86" name="Text Placeholder 85"/>
          <p:cNvSpPr>
            <a:spLocks noGrp="1"/>
          </p:cNvSpPr>
          <p:nvPr>
            <p:ph type="body" sz="quarter" idx="25"/>
          </p:nvPr>
        </p:nvSpPr>
        <p:spPr/>
        <p:txBody>
          <a:bodyPr/>
          <a:lstStyle/>
          <a:p>
            <a:r>
              <a:rPr lang="en-US" dirty="0" smtClean="0"/>
              <a:t>Experiments</a:t>
            </a:r>
            <a:endParaRPr lang="en-US" dirty="0"/>
          </a:p>
        </p:txBody>
      </p:sp>
      <p:sp>
        <p:nvSpPr>
          <p:cNvPr id="87" name="Text Placeholder 86"/>
          <p:cNvSpPr>
            <a:spLocks noGrp="1"/>
          </p:cNvSpPr>
          <p:nvPr>
            <p:ph type="body" sz="quarter" idx="26"/>
          </p:nvPr>
        </p:nvSpPr>
        <p:spPr/>
        <p:txBody>
          <a:bodyPr/>
          <a:lstStyle/>
          <a:p>
            <a:endParaRPr lang="en-US"/>
          </a:p>
        </p:txBody>
      </p:sp>
      <p:sp>
        <p:nvSpPr>
          <p:cNvPr id="88" name="Text Placeholder 87"/>
          <p:cNvSpPr>
            <a:spLocks noGrp="1"/>
          </p:cNvSpPr>
          <p:nvPr>
            <p:ph type="body" sz="quarter" idx="27"/>
          </p:nvPr>
        </p:nvSpPr>
        <p:spPr>
          <a:xfrm>
            <a:off x="13856717" y="19787377"/>
            <a:ext cx="12942336" cy="643172"/>
          </a:xfrm>
        </p:spPr>
        <p:txBody>
          <a:bodyPr/>
          <a:lstStyle/>
          <a:p>
            <a:r>
              <a:rPr lang="en-US" dirty="0" smtClean="0"/>
              <a:t>Conclusion</a:t>
            </a:r>
            <a:endParaRPr lang="en-US" dirty="0"/>
          </a:p>
        </p:txBody>
      </p:sp>
      <p:sp>
        <p:nvSpPr>
          <p:cNvPr id="89" name="Text Placeholder 88"/>
          <p:cNvSpPr>
            <a:spLocks noGrp="1"/>
          </p:cNvSpPr>
          <p:nvPr>
            <p:ph type="body" sz="quarter" idx="28"/>
          </p:nvPr>
        </p:nvSpPr>
        <p:spPr>
          <a:xfrm>
            <a:off x="13856717" y="20418960"/>
            <a:ext cx="12947298" cy="728455"/>
          </a:xfrm>
        </p:spPr>
        <p:txBody>
          <a:bodyPr/>
          <a:lstStyle/>
          <a:p>
            <a:endParaRPr lang="en-US" dirty="0"/>
          </a:p>
        </p:txBody>
      </p:sp>
      <p:sp>
        <p:nvSpPr>
          <p:cNvPr id="90" name="Text Placeholder 89"/>
          <p:cNvSpPr>
            <a:spLocks noGrp="1"/>
          </p:cNvSpPr>
          <p:nvPr>
            <p:ph type="body" sz="quarter" idx="29"/>
          </p:nvPr>
        </p:nvSpPr>
        <p:spPr/>
        <p:txBody>
          <a:bodyPr/>
          <a:lstStyle/>
          <a:p>
            <a:r>
              <a:rPr lang="en-US" dirty="0" smtClean="0"/>
              <a:t>Acknowledgement</a:t>
            </a:r>
            <a:endParaRPr lang="en-US" dirty="0"/>
          </a:p>
        </p:txBody>
      </p:sp>
      <p:sp>
        <p:nvSpPr>
          <p:cNvPr id="91" name="Text Placeholder 90"/>
          <p:cNvSpPr>
            <a:spLocks noGrp="1"/>
          </p:cNvSpPr>
          <p:nvPr>
            <p:ph type="body" sz="quarter" idx="30"/>
          </p:nvPr>
        </p:nvSpPr>
        <p:spPr/>
        <p:txBody>
          <a:bodyPr/>
          <a:lstStyle/>
          <a:p>
            <a:endParaRPr lang="en-US"/>
          </a:p>
        </p:txBody>
      </p:sp>
      <p:sp>
        <p:nvSpPr>
          <p:cNvPr id="92" name="Text Placeholder 91"/>
          <p:cNvSpPr>
            <a:spLocks noGrp="1"/>
          </p:cNvSpPr>
          <p:nvPr>
            <p:ph type="body" sz="quarter" idx="96"/>
          </p:nvPr>
        </p:nvSpPr>
        <p:spPr/>
        <p:txBody>
          <a:bodyPr/>
          <a:lstStyle/>
          <a:p>
            <a:endParaRPr lang="en-US"/>
          </a:p>
        </p:txBody>
      </p:sp>
      <p:sp>
        <p:nvSpPr>
          <p:cNvPr id="93" name="Text Placeholder 92"/>
          <p:cNvSpPr>
            <a:spLocks noGrp="1"/>
          </p:cNvSpPr>
          <p:nvPr>
            <p:ph type="body" sz="quarter" idx="150"/>
          </p:nvPr>
        </p:nvSpPr>
        <p:spPr/>
        <p:txBody>
          <a:bodyPr/>
          <a:lstStyle/>
          <a:p>
            <a:r>
              <a:rPr lang="en-US" dirty="0" smtClean="0"/>
              <a:t>11785 Final Project</a:t>
            </a:r>
            <a:endParaRPr lang="en-US" dirty="0"/>
          </a:p>
        </p:txBody>
      </p:sp>
      <p:sp>
        <p:nvSpPr>
          <p:cNvPr id="94" name="Text Placeholder 93"/>
          <p:cNvSpPr>
            <a:spLocks noGrp="1"/>
          </p:cNvSpPr>
          <p:nvPr>
            <p:ph type="body" sz="quarter" idx="151"/>
          </p:nvPr>
        </p:nvSpPr>
        <p:spPr/>
        <p:txBody>
          <a:bodyPr>
            <a:normAutofit fontScale="77500" lnSpcReduction="20000"/>
          </a:bodyPr>
          <a:lstStyle/>
          <a:p>
            <a:r>
              <a:rPr lang="en-US" dirty="0" err="1" smtClean="0"/>
              <a:t>Wenchao</a:t>
            </a:r>
            <a:r>
              <a:rPr lang="en-US" dirty="0" smtClean="0"/>
              <a:t> </a:t>
            </a:r>
            <a:r>
              <a:rPr lang="en-US" dirty="0" smtClean="0"/>
              <a:t>Du, </a:t>
            </a:r>
            <a:r>
              <a:rPr lang="en-US" dirty="0" err="1" smtClean="0"/>
              <a:t>Hanfu</a:t>
            </a:r>
            <a:r>
              <a:rPr lang="en-US" dirty="0" smtClean="0"/>
              <a:t> Zhang, Prashant </a:t>
            </a:r>
            <a:r>
              <a:rPr lang="en-US" dirty="0" err="1" smtClean="0"/>
              <a:t>Arunapuram</a:t>
            </a:r>
            <a:r>
              <a:rPr lang="en-US" dirty="0"/>
              <a:t>, Fred Li</a:t>
            </a:r>
            <a:endParaRPr lang="en-US" dirty="0"/>
          </a:p>
        </p:txBody>
      </p:sp>
      <p:sp>
        <p:nvSpPr>
          <p:cNvPr id="95" name="Text Placeholder 94"/>
          <p:cNvSpPr>
            <a:spLocks noGrp="1"/>
          </p:cNvSpPr>
          <p:nvPr>
            <p:ph type="body" sz="quarter" idx="153"/>
          </p:nvPr>
        </p:nvSpPr>
        <p:spPr/>
        <p:txBody>
          <a:bodyPr>
            <a:normAutofit fontScale="92500" lnSpcReduction="10000"/>
          </a:bodyPr>
          <a:lstStyle/>
          <a:p>
            <a:r>
              <a:rPr lang="en-US" dirty="0" smtClean="0"/>
              <a:t>Visual Dialog</a:t>
            </a:r>
            <a:endParaRPr lang="en-US" dirty="0"/>
          </a:p>
        </p:txBody>
      </p:sp>
      <p:sp>
        <p:nvSpPr>
          <p:cNvPr id="15" name="Text Placeholder 85"/>
          <p:cNvSpPr txBox="1">
            <a:spLocks/>
          </p:cNvSpPr>
          <p:nvPr/>
        </p:nvSpPr>
        <p:spPr>
          <a:xfrm>
            <a:off x="13846682" y="15996905"/>
            <a:ext cx="12945893"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Data and Technical Requirements</a:t>
            </a:r>
            <a:endParaRPr lang="en-US" dirty="0"/>
          </a:p>
        </p:txBody>
      </p:sp>
      <p:sp>
        <p:nvSpPr>
          <p:cNvPr id="16" name="Text Placeholder 88"/>
          <p:cNvSpPr txBox="1">
            <a:spLocks/>
          </p:cNvSpPr>
          <p:nvPr/>
        </p:nvSpPr>
        <p:spPr>
          <a:xfrm>
            <a:off x="13856717" y="16671967"/>
            <a:ext cx="12947298" cy="2855832"/>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a:t>Our Visual Dialog system involves in deep learning approaches such as CNNs and RNNs with </a:t>
            </a:r>
            <a:r>
              <a:rPr lang="en-US" dirty="0" smtClean="0"/>
              <a:t>attention </a:t>
            </a:r>
            <a:r>
              <a:rPr lang="en-US" dirty="0"/>
              <a:t>to better understanding the images and questions. Therefore, also based on literature research, we decide to deploy the network based on </a:t>
            </a:r>
            <a:r>
              <a:rPr lang="en-US" dirty="0" err="1"/>
              <a:t>Pytorch</a:t>
            </a:r>
            <a:r>
              <a:rPr lang="en-US" dirty="0"/>
              <a:t> with GPUs on Amazon Web Service. </a:t>
            </a:r>
            <a:endParaRPr lang="en-US" dirty="0"/>
          </a:p>
          <a:p>
            <a:r>
              <a:rPr lang="en-US" dirty="0"/>
              <a:t>In this project, we use </a:t>
            </a:r>
            <a:r>
              <a:rPr lang="en-US" dirty="0" err="1"/>
              <a:t>VisDial</a:t>
            </a:r>
            <a:r>
              <a:rPr lang="en-US" dirty="0"/>
              <a:t> v0.9 dataset, which contains 83k dialogs on COCO-train and 40K on COCO-</a:t>
            </a:r>
            <a:r>
              <a:rPr lang="en-US" dirty="0" err="1"/>
              <a:t>val</a:t>
            </a:r>
            <a:r>
              <a:rPr lang="en-US" dirty="0"/>
              <a:t> images. We use the 83k as training and split the 40K into 5k for validation and 35k for test. </a:t>
            </a:r>
            <a:endParaRPr lang="en-US" dirty="0"/>
          </a:p>
          <a:p>
            <a:r>
              <a:rPr lang="en-US" dirty="0"/>
              <a:t>Our work is based on </a:t>
            </a:r>
            <a:r>
              <a:rPr lang="en-US" dirty="0" err="1"/>
              <a:t>Pytorch</a:t>
            </a:r>
            <a:r>
              <a:rPr lang="en-US" dirty="0"/>
              <a:t>, due to GPU memory limitation, we reduce the size of hidden layer in </a:t>
            </a:r>
            <a:r>
              <a:rPr lang="en-US" dirty="0" err="1"/>
              <a:t>GRUCell</a:t>
            </a:r>
            <a:r>
              <a:rPr lang="en-US" dirty="0"/>
              <a:t>, aiming to produce the same comparable results with less parameters and further improve- </a:t>
            </a:r>
            <a:r>
              <a:rPr lang="en-US" dirty="0" err="1"/>
              <a:t>ments</a:t>
            </a:r>
            <a:r>
              <a:rPr lang="en-US" dirty="0"/>
              <a:t>. </a:t>
            </a:r>
            <a:endParaRPr lang="en-US" dirty="0"/>
          </a:p>
        </p:txBody>
      </p:sp>
    </p:spTree>
    <p:extLst>
      <p:ext uri="{BB962C8B-B14F-4D97-AF65-F5344CB8AC3E}">
        <p14:creationId xmlns:p14="http://schemas.microsoft.com/office/powerpoint/2010/main" val="154254544"/>
      </p:ext>
    </p:extLst>
  </p:cSld>
  <p:clrMapOvr>
    <a:masterClrMapping/>
  </p:clrMapOvr>
  <p:timing>
    <p:tnLst>
      <p:par>
        <p:cTn id="1" dur="indefinite" restart="never" nodeType="tmRoot"/>
      </p:par>
    </p:tnLst>
  </p:timing>
</p:sld>
</file>

<file path=ppt/theme/theme1.xml><?xml version="1.0" encoding="utf-8"?>
<a:theme xmlns:a="http://schemas.openxmlformats.org/drawingml/2006/main" name="PosterPresentations.com-70CMx100CM">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smtClean="0">
            <a:latin typeface="Times New Roman" panose="02020603050405020304" pitchFamily="18" charset="0"/>
            <a:cs typeface="Times New Roman" panose="02020603050405020304" pitchFamily="18" charset="0"/>
          </a:defRPr>
        </a:defPPr>
      </a:lstStyle>
    </a:txDef>
  </a:objectDefaults>
  <a:extraClrSchemeLst/>
</a:theme>
</file>

<file path=ppt/theme/theme2.xml><?xml version="1.0" encoding="utf-8"?>
<a:theme xmlns:a="http://schemas.openxmlformats.org/drawingml/2006/main" name="Classic - Wide Center">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err="1" smtClean="0">
            <a:latin typeface="Times New Roman" panose="02020603050405020304" pitchFamily="18" charset="0"/>
            <a:cs typeface="Times New Roman" panose="02020603050405020304" pitchFamily="18" charset="0"/>
          </a:defRPr>
        </a:defPPr>
      </a:lstStyle>
    </a:tx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PosterPresentations.com-70CMx100CM</Template>
  <TotalTime>107</TotalTime>
  <Words>252</Words>
  <Application>Microsoft Macintosh PowerPoint</Application>
  <PresentationFormat>Custom</PresentationFormat>
  <Paragraphs>13</Paragraphs>
  <Slides>1</Slides>
  <Notes>0</Notes>
  <HiddenSlides>0</HiddenSlides>
  <MMClips>0</MMClips>
  <ScaleCrop>false</ScaleCrop>
  <HeadingPairs>
    <vt:vector size="8" baseType="variant">
      <vt:variant>
        <vt:lpstr>Fonts Used</vt:lpstr>
      </vt:variant>
      <vt:variant>
        <vt:i4>4</vt:i4>
      </vt:variant>
      <vt:variant>
        <vt:lpstr>Theme</vt:lpstr>
      </vt:variant>
      <vt:variant>
        <vt:i4>2</vt:i4>
      </vt:variant>
      <vt:variant>
        <vt:lpstr>Embedded OLE Servers</vt:lpstr>
      </vt:variant>
      <vt:variant>
        <vt:i4>1</vt:i4>
      </vt:variant>
      <vt:variant>
        <vt:lpstr>Slide Titles</vt:lpstr>
      </vt:variant>
      <vt:variant>
        <vt:i4>1</vt:i4>
      </vt:variant>
    </vt:vector>
  </HeadingPairs>
  <TitlesOfParts>
    <vt:vector size="8" baseType="lpstr">
      <vt:lpstr>Calibri</vt:lpstr>
      <vt:lpstr>Times New Roman</vt:lpstr>
      <vt:lpstr>Trebuchet MS</vt:lpstr>
      <vt:lpstr>Arial</vt:lpstr>
      <vt:lpstr>PosterPresentations.com-70CMx100CM</vt:lpstr>
      <vt:lpstr>Classic - Wide Center</vt:lpstr>
      <vt:lpstr>Image</vt:lpstr>
      <vt:lpstr>PowerPoint Presentation</vt:lpstr>
    </vt:vector>
  </TitlesOfParts>
  <Company>Hewlett-Packard Company</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Zhang Hanfu</cp:lastModifiedBy>
  <cp:revision>19</cp:revision>
  <dcterms:created xsi:type="dcterms:W3CDTF">2012-02-10T00:10:15Z</dcterms:created>
  <dcterms:modified xsi:type="dcterms:W3CDTF">2018-05-06T00:30:54Z</dcterms:modified>
</cp:coreProperties>
</file>