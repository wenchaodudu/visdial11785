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6" r:id="rId3"/>
  </p:sldIdLst>
  <p:sldSz cx="27432000" cy="32918400"/>
  <p:notesSz cx="6858000" cy="9144000"/>
  <p:defaultTextStyle>
    <a:defPPr>
      <a:defRPr lang="en-US"/>
    </a:defPPr>
    <a:lvl1pPr marL="0" algn="l" defTabSz="3765366" rtl="0" eaLnBrk="1" latinLnBrk="0" hangingPunct="1">
      <a:defRPr sz="7400" kern="1200">
        <a:solidFill>
          <a:schemeClr val="tx1"/>
        </a:solidFill>
        <a:latin typeface="+mn-lt"/>
        <a:ea typeface="+mn-ea"/>
        <a:cs typeface="+mn-cs"/>
      </a:defRPr>
    </a:lvl1pPr>
    <a:lvl2pPr marL="1882684" algn="l" defTabSz="3765366" rtl="0" eaLnBrk="1" latinLnBrk="0" hangingPunct="1">
      <a:defRPr sz="7400" kern="1200">
        <a:solidFill>
          <a:schemeClr val="tx1"/>
        </a:solidFill>
        <a:latin typeface="+mn-lt"/>
        <a:ea typeface="+mn-ea"/>
        <a:cs typeface="+mn-cs"/>
      </a:defRPr>
    </a:lvl2pPr>
    <a:lvl3pPr marL="3765366" algn="l" defTabSz="3765366" rtl="0" eaLnBrk="1" latinLnBrk="0" hangingPunct="1">
      <a:defRPr sz="7400" kern="1200">
        <a:solidFill>
          <a:schemeClr val="tx1"/>
        </a:solidFill>
        <a:latin typeface="+mn-lt"/>
        <a:ea typeface="+mn-ea"/>
        <a:cs typeface="+mn-cs"/>
      </a:defRPr>
    </a:lvl3pPr>
    <a:lvl4pPr marL="5648049" algn="l" defTabSz="3765366" rtl="0" eaLnBrk="1" latinLnBrk="0" hangingPunct="1">
      <a:defRPr sz="7400" kern="1200">
        <a:solidFill>
          <a:schemeClr val="tx1"/>
        </a:solidFill>
        <a:latin typeface="+mn-lt"/>
        <a:ea typeface="+mn-ea"/>
        <a:cs typeface="+mn-cs"/>
      </a:defRPr>
    </a:lvl4pPr>
    <a:lvl5pPr marL="7530731" algn="l" defTabSz="3765366" rtl="0" eaLnBrk="1" latinLnBrk="0" hangingPunct="1">
      <a:defRPr sz="7400" kern="1200">
        <a:solidFill>
          <a:schemeClr val="tx1"/>
        </a:solidFill>
        <a:latin typeface="+mn-lt"/>
        <a:ea typeface="+mn-ea"/>
        <a:cs typeface="+mn-cs"/>
      </a:defRPr>
    </a:lvl5pPr>
    <a:lvl6pPr marL="9413415" algn="l" defTabSz="3765366" rtl="0" eaLnBrk="1" latinLnBrk="0" hangingPunct="1">
      <a:defRPr sz="7400" kern="1200">
        <a:solidFill>
          <a:schemeClr val="tx1"/>
        </a:solidFill>
        <a:latin typeface="+mn-lt"/>
        <a:ea typeface="+mn-ea"/>
        <a:cs typeface="+mn-cs"/>
      </a:defRPr>
    </a:lvl6pPr>
    <a:lvl7pPr marL="11296099" algn="l" defTabSz="3765366" rtl="0" eaLnBrk="1" latinLnBrk="0" hangingPunct="1">
      <a:defRPr sz="7400" kern="1200">
        <a:solidFill>
          <a:schemeClr val="tx1"/>
        </a:solidFill>
        <a:latin typeface="+mn-lt"/>
        <a:ea typeface="+mn-ea"/>
        <a:cs typeface="+mn-cs"/>
      </a:defRPr>
    </a:lvl7pPr>
    <a:lvl8pPr marL="13178781" algn="l" defTabSz="3765366" rtl="0" eaLnBrk="1" latinLnBrk="0" hangingPunct="1">
      <a:defRPr sz="7400" kern="1200">
        <a:solidFill>
          <a:schemeClr val="tx1"/>
        </a:solidFill>
        <a:latin typeface="+mn-lt"/>
        <a:ea typeface="+mn-ea"/>
        <a:cs typeface="+mn-cs"/>
      </a:defRPr>
    </a:lvl8pPr>
    <a:lvl9pPr marL="15061465" algn="l" defTabSz="3765366" rtl="0" eaLnBrk="1" latinLnBrk="0" hangingPunct="1">
      <a:defRPr sz="7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userDrawn="1">
          <p15:clr>
            <a:srgbClr val="A4A3A4"/>
          </p15:clr>
        </p15:guide>
        <p15:guide id="2" orient="horz" pos="288" userDrawn="1">
          <p15:clr>
            <a:srgbClr val="A4A3A4"/>
          </p15:clr>
        </p15:guide>
        <p15:guide id="3" orient="horz" pos="20160" userDrawn="1">
          <p15:clr>
            <a:srgbClr val="A4A3A4"/>
          </p15:clr>
        </p15:guide>
        <p15:guide id="4" orient="horz" userDrawn="1">
          <p15:clr>
            <a:srgbClr val="A4A3A4"/>
          </p15:clr>
        </p15:guide>
        <p15:guide id="5" pos="364" userDrawn="1">
          <p15:clr>
            <a:srgbClr val="A4A3A4"/>
          </p15:clr>
        </p15:guide>
        <p15:guide id="6" pos="1691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02" autoAdjust="0"/>
    <p:restoredTop sz="94900" autoAdjust="0"/>
  </p:normalViewPr>
  <p:slideViewPr>
    <p:cSldViewPr snapToGrid="0" snapToObjects="1" showGuides="1">
      <p:cViewPr>
        <p:scale>
          <a:sx n="68" d="100"/>
          <a:sy n="68" d="100"/>
        </p:scale>
        <p:origin x="-4560" y="-7304"/>
      </p:cViewPr>
      <p:guideLst>
        <p:guide orient="horz" pos="3318"/>
        <p:guide orient="horz" pos="288"/>
        <p:guide orient="horz" pos="20160"/>
        <p:guide orient="horz"/>
        <p:guide pos="364"/>
        <p:guide pos="1691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5/6/18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1533006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5/6/18</a:t>
            </a:fld>
            <a:endParaRPr lang="en-US" dirty="0"/>
          </a:p>
        </p:txBody>
      </p:sp>
      <p:sp>
        <p:nvSpPr>
          <p:cNvPr id="4" name="Slide Image Placeholder 3"/>
          <p:cNvSpPr>
            <a:spLocks noGrp="1" noRot="1" noChangeAspect="1"/>
          </p:cNvSpPr>
          <p:nvPr>
            <p:ph type="sldImg" idx="2"/>
          </p:nvPr>
        </p:nvSpPr>
        <p:spPr>
          <a:xfrm>
            <a:off x="2000250" y="685800"/>
            <a:ext cx="28575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675050545"/>
      </p:ext>
    </p:extLst>
  </p:cSld>
  <p:clrMap bg1="lt1" tx1="dk1" bg2="lt2" tx2="dk2" accent1="accent1" accent2="accent2" accent3="accent3" accent4="accent4" accent5="accent5" accent6="accent6" hlink="hlink" folHlink="folHlink"/>
  <p:notesStyle>
    <a:lvl1pPr marL="0" algn="l" defTabSz="3765366" rtl="0" eaLnBrk="1" latinLnBrk="0" hangingPunct="1">
      <a:defRPr sz="5000" kern="1200">
        <a:solidFill>
          <a:schemeClr val="tx1"/>
        </a:solidFill>
        <a:latin typeface="+mn-lt"/>
        <a:ea typeface="+mn-ea"/>
        <a:cs typeface="+mn-cs"/>
      </a:defRPr>
    </a:lvl1pPr>
    <a:lvl2pPr marL="1882684" algn="l" defTabSz="3765366" rtl="0" eaLnBrk="1" latinLnBrk="0" hangingPunct="1">
      <a:defRPr sz="5000" kern="1200">
        <a:solidFill>
          <a:schemeClr val="tx1"/>
        </a:solidFill>
        <a:latin typeface="+mn-lt"/>
        <a:ea typeface="+mn-ea"/>
        <a:cs typeface="+mn-cs"/>
      </a:defRPr>
    </a:lvl2pPr>
    <a:lvl3pPr marL="3765366" algn="l" defTabSz="3765366" rtl="0" eaLnBrk="1" latinLnBrk="0" hangingPunct="1">
      <a:defRPr sz="5000" kern="1200">
        <a:solidFill>
          <a:schemeClr val="tx1"/>
        </a:solidFill>
        <a:latin typeface="+mn-lt"/>
        <a:ea typeface="+mn-ea"/>
        <a:cs typeface="+mn-cs"/>
      </a:defRPr>
    </a:lvl3pPr>
    <a:lvl4pPr marL="5648049" algn="l" defTabSz="3765366" rtl="0" eaLnBrk="1" latinLnBrk="0" hangingPunct="1">
      <a:defRPr sz="5000" kern="1200">
        <a:solidFill>
          <a:schemeClr val="tx1"/>
        </a:solidFill>
        <a:latin typeface="+mn-lt"/>
        <a:ea typeface="+mn-ea"/>
        <a:cs typeface="+mn-cs"/>
      </a:defRPr>
    </a:lvl4pPr>
    <a:lvl5pPr marL="7530731" algn="l" defTabSz="3765366" rtl="0" eaLnBrk="1" latinLnBrk="0" hangingPunct="1">
      <a:defRPr sz="5000" kern="1200">
        <a:solidFill>
          <a:schemeClr val="tx1"/>
        </a:solidFill>
        <a:latin typeface="+mn-lt"/>
        <a:ea typeface="+mn-ea"/>
        <a:cs typeface="+mn-cs"/>
      </a:defRPr>
    </a:lvl5pPr>
    <a:lvl6pPr marL="9413415" algn="l" defTabSz="3765366" rtl="0" eaLnBrk="1" latinLnBrk="0" hangingPunct="1">
      <a:defRPr sz="5000" kern="1200">
        <a:solidFill>
          <a:schemeClr val="tx1"/>
        </a:solidFill>
        <a:latin typeface="+mn-lt"/>
        <a:ea typeface="+mn-ea"/>
        <a:cs typeface="+mn-cs"/>
      </a:defRPr>
    </a:lvl6pPr>
    <a:lvl7pPr marL="11296099" algn="l" defTabSz="3765366" rtl="0" eaLnBrk="1" latinLnBrk="0" hangingPunct="1">
      <a:defRPr sz="5000" kern="1200">
        <a:solidFill>
          <a:schemeClr val="tx1"/>
        </a:solidFill>
        <a:latin typeface="+mn-lt"/>
        <a:ea typeface="+mn-ea"/>
        <a:cs typeface="+mn-cs"/>
      </a:defRPr>
    </a:lvl7pPr>
    <a:lvl8pPr marL="13178781" algn="l" defTabSz="3765366" rtl="0" eaLnBrk="1" latinLnBrk="0" hangingPunct="1">
      <a:defRPr sz="5000" kern="1200">
        <a:solidFill>
          <a:schemeClr val="tx1"/>
        </a:solidFill>
        <a:latin typeface="+mn-lt"/>
        <a:ea typeface="+mn-ea"/>
        <a:cs typeface="+mn-cs"/>
      </a:defRPr>
    </a:lvl8pPr>
    <a:lvl9pPr marL="15061465" algn="l" defTabSz="3765366" rtl="0" eaLnBrk="1" latinLnBrk="0" hangingPunct="1">
      <a:defRPr sz="5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12078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65119" y="5875819"/>
            <a:ext cx="12956288" cy="728455"/>
          </a:xfrm>
          <a:prstGeom prst="rect">
            <a:avLst/>
          </a:prstGeom>
        </p:spPr>
        <p:txBody>
          <a:bodyPr wrap="square" lIns="196113" tIns="196113" rIns="196113" bIns="196113">
            <a:spAutoFit/>
          </a:bodyPr>
          <a:lstStyle>
            <a:lvl1pPr marL="0" indent="0">
              <a:buNone/>
              <a:defRPr sz="2160">
                <a:solidFill>
                  <a:schemeClr val="accent5">
                    <a:lumMod val="50000"/>
                  </a:schemeClr>
                </a:solidFill>
                <a:latin typeface="Times New Roman" panose="02020603050405020304" pitchFamily="18" charset="0"/>
                <a:cs typeface="Times New Roman" panose="02020603050405020304" pitchFamily="18" charset="0"/>
              </a:defRPr>
            </a:lvl1pPr>
            <a:lvl2pPr marL="1147260" indent="-441254">
              <a:defRPr sz="1980">
                <a:latin typeface="Trebuchet MS" pitchFamily="34" charset="0"/>
              </a:defRPr>
            </a:lvl2pPr>
            <a:lvl3pPr marL="1588514" indent="-441254">
              <a:defRPr sz="1980">
                <a:latin typeface="Trebuchet MS" pitchFamily="34" charset="0"/>
              </a:defRPr>
            </a:lvl3pPr>
            <a:lvl4pPr marL="2073893" indent="-485379">
              <a:defRPr sz="1980">
                <a:latin typeface="Trebuchet MS" pitchFamily="34" charset="0"/>
              </a:defRPr>
            </a:lvl4pPr>
            <a:lvl5pPr marL="2426896" indent="-353003">
              <a:defRPr sz="198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76466" y="5286040"/>
            <a:ext cx="12946061" cy="643172"/>
          </a:xfrm>
          <a:prstGeom prst="rect">
            <a:avLst/>
          </a:prstGeom>
          <a:noFill/>
        </p:spPr>
        <p:txBody>
          <a:bodyPr wrap="square" lIns="78446" tIns="78446" rIns="78446" bIns="78446" anchor="ctr" anchorCtr="0">
            <a:spAutoFit/>
          </a:bodyPr>
          <a:lstStyle>
            <a:lvl1pPr marL="0" indent="0" algn="ctr">
              <a:buNone/>
              <a:defRPr sz="315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76462" y="14232814"/>
            <a:ext cx="12949224" cy="643172"/>
          </a:xfrm>
          <a:prstGeom prst="rect">
            <a:avLst/>
          </a:prstGeom>
          <a:noFill/>
        </p:spPr>
        <p:txBody>
          <a:bodyPr wrap="square" lIns="78446" tIns="78446" rIns="78446" bIns="78446" anchor="ctr" anchorCtr="0">
            <a:spAutoFit/>
          </a:bodyPr>
          <a:lstStyle>
            <a:lvl1pPr marL="0" indent="0" algn="ctr">
              <a:buNone/>
              <a:defRPr sz="315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3856718" y="5286040"/>
            <a:ext cx="12945893" cy="643172"/>
          </a:xfrm>
          <a:prstGeom prst="rect">
            <a:avLst/>
          </a:prstGeom>
          <a:noFill/>
        </p:spPr>
        <p:txBody>
          <a:bodyPr wrap="square" lIns="78446" tIns="78446" rIns="78446" bIns="78446" anchor="ctr" anchorCtr="0">
            <a:spAutoFit/>
          </a:bodyPr>
          <a:lstStyle>
            <a:lvl1pPr marL="0" indent="0" algn="ctr">
              <a:buNone/>
              <a:defRPr sz="315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3856718" y="5875819"/>
            <a:ext cx="12945893" cy="728455"/>
          </a:xfrm>
          <a:prstGeom prst="rect">
            <a:avLst/>
          </a:prstGeom>
        </p:spPr>
        <p:txBody>
          <a:bodyPr wrap="square" lIns="196113" tIns="196113" rIns="196113" bIns="196113">
            <a:spAutoFit/>
          </a:bodyPr>
          <a:lstStyle>
            <a:lvl1pPr marL="0" indent="0">
              <a:buNone/>
              <a:defRPr sz="2160">
                <a:solidFill>
                  <a:schemeClr val="accent5">
                    <a:lumMod val="50000"/>
                  </a:schemeClr>
                </a:solidFill>
                <a:latin typeface="Times New Roman" panose="02020603050405020304" pitchFamily="18" charset="0"/>
                <a:cs typeface="Times New Roman" panose="02020603050405020304" pitchFamily="18" charset="0"/>
              </a:defRPr>
            </a:lvl1pPr>
            <a:lvl2pPr marL="1147260" indent="-441254">
              <a:defRPr sz="1980">
                <a:latin typeface="Trebuchet MS" pitchFamily="34" charset="0"/>
              </a:defRPr>
            </a:lvl2pPr>
            <a:lvl3pPr marL="1588514" indent="-441254">
              <a:defRPr sz="1980">
                <a:latin typeface="Trebuchet MS" pitchFamily="34" charset="0"/>
              </a:defRPr>
            </a:lvl3pPr>
            <a:lvl4pPr marL="2073893" indent="-485379">
              <a:defRPr sz="1980">
                <a:latin typeface="Trebuchet MS" pitchFamily="34" charset="0"/>
              </a:defRPr>
            </a:lvl4pPr>
            <a:lvl5pPr marL="2426896" indent="-353003">
              <a:defRPr sz="198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3856717" y="14250177"/>
            <a:ext cx="12942336" cy="643172"/>
          </a:xfrm>
          <a:prstGeom prst="rect">
            <a:avLst/>
          </a:prstGeom>
          <a:noFill/>
        </p:spPr>
        <p:txBody>
          <a:bodyPr wrap="square" lIns="78446" tIns="78446" rIns="78446" bIns="78446" anchor="ctr" anchorCtr="0">
            <a:spAutoFit/>
          </a:bodyPr>
          <a:lstStyle>
            <a:lvl1pPr marL="0" indent="0" algn="ctr">
              <a:buNone/>
              <a:defRPr sz="315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3856717" y="14881760"/>
            <a:ext cx="12947298" cy="728455"/>
          </a:xfrm>
          <a:prstGeom prst="rect">
            <a:avLst/>
          </a:prstGeom>
        </p:spPr>
        <p:txBody>
          <a:bodyPr wrap="square" lIns="196113" tIns="196113" rIns="196113" bIns="196113">
            <a:spAutoFit/>
          </a:bodyPr>
          <a:lstStyle>
            <a:lvl1pPr marL="0" indent="0">
              <a:buNone/>
              <a:defRPr sz="2160">
                <a:solidFill>
                  <a:schemeClr val="accent5">
                    <a:lumMod val="50000"/>
                  </a:schemeClr>
                </a:solidFill>
                <a:latin typeface="Times New Roman" panose="02020603050405020304" pitchFamily="18" charset="0"/>
                <a:cs typeface="Times New Roman" panose="02020603050405020304" pitchFamily="18" charset="0"/>
              </a:defRPr>
            </a:lvl1pPr>
            <a:lvl2pPr marL="1147260" indent="-441254">
              <a:defRPr sz="1980">
                <a:latin typeface="Trebuchet MS" pitchFamily="34" charset="0"/>
              </a:defRPr>
            </a:lvl2pPr>
            <a:lvl3pPr marL="1588514" indent="-441254">
              <a:defRPr sz="1980">
                <a:latin typeface="Trebuchet MS" pitchFamily="34" charset="0"/>
              </a:defRPr>
            </a:lvl3pPr>
            <a:lvl4pPr marL="2073893" indent="-485379">
              <a:defRPr sz="1980">
                <a:latin typeface="Trebuchet MS" pitchFamily="34" charset="0"/>
              </a:defRPr>
            </a:lvl4pPr>
            <a:lvl5pPr marL="2426896" indent="-353003">
              <a:defRPr sz="198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3856718" y="25657896"/>
            <a:ext cx="12935857" cy="643172"/>
          </a:xfrm>
          <a:prstGeom prst="rect">
            <a:avLst/>
          </a:prstGeom>
          <a:noFill/>
        </p:spPr>
        <p:txBody>
          <a:bodyPr wrap="square" lIns="78446" tIns="78446" rIns="78446" bIns="78446" anchor="ctr" anchorCtr="0">
            <a:spAutoFit/>
          </a:bodyPr>
          <a:lstStyle>
            <a:lvl1pPr marL="0" indent="0" algn="ctr">
              <a:buNone/>
              <a:defRPr sz="315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3856717" y="26304861"/>
            <a:ext cx="12942336" cy="728455"/>
          </a:xfrm>
          <a:prstGeom prst="rect">
            <a:avLst/>
          </a:prstGeom>
        </p:spPr>
        <p:txBody>
          <a:bodyPr wrap="square" lIns="196113" tIns="196113" rIns="196113" bIns="196113">
            <a:spAutoFit/>
          </a:bodyPr>
          <a:lstStyle>
            <a:lvl1pPr marL="0" indent="0">
              <a:buNone/>
              <a:defRPr sz="2160">
                <a:solidFill>
                  <a:schemeClr val="accent5">
                    <a:lumMod val="50000"/>
                  </a:schemeClr>
                </a:solidFill>
                <a:latin typeface="Times New Roman" panose="02020603050405020304" pitchFamily="18" charset="0"/>
                <a:cs typeface="Times New Roman" panose="02020603050405020304" pitchFamily="18" charset="0"/>
              </a:defRPr>
            </a:lvl1pPr>
            <a:lvl2pPr marL="1147260" indent="-441254">
              <a:defRPr sz="1980">
                <a:latin typeface="Trebuchet MS" pitchFamily="34" charset="0"/>
              </a:defRPr>
            </a:lvl2pPr>
            <a:lvl3pPr marL="1588514" indent="-441254">
              <a:defRPr sz="1980">
                <a:latin typeface="Trebuchet MS" pitchFamily="34" charset="0"/>
              </a:defRPr>
            </a:lvl3pPr>
            <a:lvl4pPr marL="2073893" indent="-485379">
              <a:defRPr sz="1980">
                <a:latin typeface="Trebuchet MS" pitchFamily="34" charset="0"/>
              </a:defRPr>
            </a:lvl4pPr>
            <a:lvl5pPr marL="2426896" indent="-353003">
              <a:defRPr sz="198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65119" y="14865828"/>
            <a:ext cx="12957406" cy="728455"/>
          </a:xfrm>
          <a:prstGeom prst="rect">
            <a:avLst/>
          </a:prstGeom>
        </p:spPr>
        <p:txBody>
          <a:bodyPr wrap="square" lIns="196113" tIns="196113" rIns="196113" bIns="196113">
            <a:spAutoFit/>
          </a:bodyPr>
          <a:lstStyle>
            <a:lvl1pPr marL="0" indent="0">
              <a:buNone/>
              <a:defRPr sz="2160">
                <a:solidFill>
                  <a:schemeClr val="accent5">
                    <a:lumMod val="50000"/>
                  </a:schemeClr>
                </a:solidFill>
                <a:latin typeface="Times New Roman" panose="02020603050405020304" pitchFamily="18" charset="0"/>
                <a:cs typeface="Times New Roman" panose="02020603050405020304" pitchFamily="18" charset="0"/>
              </a:defRPr>
            </a:lvl1pPr>
            <a:lvl2pPr marL="1147260" indent="-441254">
              <a:defRPr sz="1980">
                <a:latin typeface="Trebuchet MS" pitchFamily="34" charset="0"/>
              </a:defRPr>
            </a:lvl2pPr>
            <a:lvl3pPr marL="1588514" indent="-441254">
              <a:defRPr sz="1980">
                <a:latin typeface="Trebuchet MS" pitchFamily="34" charset="0"/>
              </a:defRPr>
            </a:lvl3pPr>
            <a:lvl4pPr marL="2073893" indent="-485379">
              <a:defRPr sz="1980">
                <a:latin typeface="Trebuchet MS" pitchFamily="34" charset="0"/>
              </a:defRPr>
            </a:lvl4pPr>
            <a:lvl5pPr marL="2426896" indent="-353003">
              <a:defRPr sz="198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505967" y="3198933"/>
            <a:ext cx="20420066" cy="1170587"/>
          </a:xfrm>
          <a:prstGeom prst="rect">
            <a:avLst/>
          </a:prstGeom>
        </p:spPr>
        <p:txBody>
          <a:bodyPr lIns="95646" tIns="47823" rIns="95646" bIns="47823">
            <a:normAutofit/>
          </a:bodyPr>
          <a:lstStyle>
            <a:lvl1pPr marL="0" indent="0" algn="ctr">
              <a:buFontTx/>
              <a:buNone/>
              <a:defRPr sz="5670">
                <a:solidFill>
                  <a:schemeClr val="bg1"/>
                </a:solidFill>
                <a:latin typeface="+mj-lt"/>
              </a:defRPr>
            </a:lvl1pPr>
            <a:lvl2pPr>
              <a:buFontTx/>
              <a:buNone/>
              <a:defRPr sz="6750"/>
            </a:lvl2pPr>
            <a:lvl3pPr>
              <a:buFontTx/>
              <a:buNone/>
              <a:defRPr sz="6750"/>
            </a:lvl3pPr>
            <a:lvl4pPr>
              <a:buFontTx/>
              <a:buNone/>
              <a:defRPr sz="6750"/>
            </a:lvl4pPr>
            <a:lvl5pPr>
              <a:buFontTx/>
              <a:buNone/>
              <a:defRPr sz="6750"/>
            </a:lvl5pPr>
          </a:lstStyle>
          <a:p>
            <a:pPr lvl="0"/>
            <a:r>
              <a:rPr lang="en-US" dirty="0"/>
              <a:t>Click here to add affiliations</a:t>
            </a:r>
          </a:p>
        </p:txBody>
      </p:sp>
      <p:sp>
        <p:nvSpPr>
          <p:cNvPr id="79" name="Text Placeholder 76"/>
          <p:cNvSpPr>
            <a:spLocks noGrp="1"/>
          </p:cNvSpPr>
          <p:nvPr>
            <p:ph type="body" sz="quarter" idx="151" hasCustomPrompt="1"/>
          </p:nvPr>
        </p:nvSpPr>
        <p:spPr>
          <a:xfrm>
            <a:off x="3505967" y="2028346"/>
            <a:ext cx="20420066" cy="1170587"/>
          </a:xfrm>
          <a:prstGeom prst="rect">
            <a:avLst/>
          </a:prstGeom>
        </p:spPr>
        <p:txBody>
          <a:bodyPr lIns="95646" tIns="47823" rIns="95646" bIns="47823" anchor="t" anchorCtr="1">
            <a:normAutofit/>
          </a:bodyPr>
          <a:lstStyle>
            <a:lvl1pPr marL="0" indent="0" algn="ctr">
              <a:buFontTx/>
              <a:buNone/>
              <a:defRPr sz="8280">
                <a:solidFill>
                  <a:schemeClr val="bg1"/>
                </a:solidFill>
                <a:latin typeface="+mj-lt"/>
              </a:defRPr>
            </a:lvl1pPr>
            <a:lvl2pPr>
              <a:buFontTx/>
              <a:buNone/>
              <a:defRPr sz="6750"/>
            </a:lvl2pPr>
            <a:lvl3pPr>
              <a:buFontTx/>
              <a:buNone/>
              <a:defRPr sz="6750"/>
            </a:lvl3pPr>
            <a:lvl4pPr>
              <a:buFontTx/>
              <a:buNone/>
              <a:defRPr sz="6750"/>
            </a:lvl4pPr>
            <a:lvl5pPr>
              <a:buFontTx/>
              <a:buNone/>
              <a:defRPr sz="6750"/>
            </a:lvl5pPr>
          </a:lstStyle>
          <a:p>
            <a:pPr lvl="0"/>
            <a:r>
              <a:rPr lang="en-US" dirty="0"/>
              <a:t>Click here to add authors</a:t>
            </a:r>
          </a:p>
        </p:txBody>
      </p:sp>
      <p:sp>
        <p:nvSpPr>
          <p:cNvPr id="80" name="Text Placeholder 76"/>
          <p:cNvSpPr>
            <a:spLocks noGrp="1"/>
          </p:cNvSpPr>
          <p:nvPr>
            <p:ph type="body" sz="quarter" idx="153" hasCustomPrompt="1"/>
          </p:nvPr>
        </p:nvSpPr>
        <p:spPr>
          <a:xfrm>
            <a:off x="3505967" y="530572"/>
            <a:ext cx="20420066" cy="1497774"/>
          </a:xfrm>
          <a:prstGeom prst="rect">
            <a:avLst/>
          </a:prstGeom>
        </p:spPr>
        <p:txBody>
          <a:bodyPr lIns="95646" tIns="47823" rIns="95646" bIns="47823" anchor="t" anchorCtr="1">
            <a:normAutofit/>
          </a:bodyPr>
          <a:lstStyle>
            <a:lvl1pPr marL="0" indent="0" algn="ctr">
              <a:buFontTx/>
              <a:buNone/>
              <a:defRPr sz="10800" b="1">
                <a:solidFill>
                  <a:schemeClr val="bg1"/>
                </a:solidFill>
                <a:latin typeface="+mj-lt"/>
              </a:defRPr>
            </a:lvl1pPr>
            <a:lvl2pPr>
              <a:buFontTx/>
              <a:buNone/>
              <a:defRPr sz="6750"/>
            </a:lvl2pPr>
            <a:lvl3pPr>
              <a:buFontTx/>
              <a:buNone/>
              <a:defRPr sz="6750"/>
            </a:lvl3pPr>
            <a:lvl4pPr>
              <a:buFontTx/>
              <a:buNone/>
              <a:defRPr sz="6750"/>
            </a:lvl4pPr>
            <a:lvl5pPr>
              <a:buFontTx/>
              <a:buNone/>
              <a:defRPr sz="675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65119" y="5951495"/>
            <a:ext cx="6285508" cy="728455"/>
          </a:xfrm>
          <a:prstGeom prst="rect">
            <a:avLst/>
          </a:prstGeom>
        </p:spPr>
        <p:txBody>
          <a:bodyPr wrap="square" lIns="196113" tIns="196113" rIns="196113" bIns="196113">
            <a:spAutoFit/>
          </a:bodyPr>
          <a:lstStyle>
            <a:lvl1pPr marL="0" indent="0">
              <a:buNone/>
              <a:defRPr sz="2160">
                <a:solidFill>
                  <a:schemeClr val="accent5">
                    <a:lumMod val="50000"/>
                  </a:schemeClr>
                </a:solidFill>
                <a:latin typeface="Times New Roman" panose="02020603050405020304" pitchFamily="18" charset="0"/>
                <a:cs typeface="Times New Roman" panose="02020603050405020304" pitchFamily="18" charset="0"/>
              </a:defRPr>
            </a:lvl1pPr>
            <a:lvl2pPr marL="1147260" indent="-441254">
              <a:defRPr sz="1980">
                <a:latin typeface="Trebuchet MS" pitchFamily="34" charset="0"/>
              </a:defRPr>
            </a:lvl2pPr>
            <a:lvl3pPr marL="1588514" indent="-441254">
              <a:defRPr sz="1980">
                <a:latin typeface="Trebuchet MS" pitchFamily="34" charset="0"/>
              </a:defRPr>
            </a:lvl3pPr>
            <a:lvl4pPr marL="2073893" indent="-485379">
              <a:defRPr sz="1980">
                <a:latin typeface="Trebuchet MS" pitchFamily="34" charset="0"/>
              </a:defRPr>
            </a:lvl4pPr>
            <a:lvl5pPr marL="2426896" indent="-353003">
              <a:defRPr sz="198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576465" y="5245583"/>
            <a:ext cx="6280548" cy="643172"/>
          </a:xfrm>
          <a:prstGeom prst="rect">
            <a:avLst/>
          </a:prstGeom>
          <a:noFill/>
        </p:spPr>
        <p:txBody>
          <a:bodyPr lIns="78446" tIns="78446" rIns="78446" bIns="78446" anchor="ctr" anchorCtr="0">
            <a:spAutoFit/>
          </a:bodyPr>
          <a:lstStyle>
            <a:lvl1pPr marL="0" indent="0" algn="ctr">
              <a:buNone/>
              <a:defRPr sz="3150" b="1" u="sng" baseline="0">
                <a:solidFill>
                  <a:schemeClr val="accent5">
                    <a:lumMod val="50000"/>
                  </a:schemeClr>
                </a:solidFill>
              </a:defRPr>
            </a:lvl1pPr>
          </a:lstStyle>
          <a:p>
            <a:pPr lvl="0"/>
            <a:r>
              <a:rPr lang="en-US" dirty="0"/>
              <a:t>(click to add) INTRODUCTION</a:t>
            </a:r>
          </a:p>
        </p:txBody>
      </p:sp>
      <p:sp>
        <p:nvSpPr>
          <p:cNvPr id="19" name="Text Placeholder 3"/>
          <p:cNvSpPr>
            <a:spLocks noGrp="1"/>
          </p:cNvSpPr>
          <p:nvPr>
            <p:ph type="body" sz="quarter" idx="19" hasCustomPrompt="1"/>
          </p:nvPr>
        </p:nvSpPr>
        <p:spPr>
          <a:xfrm>
            <a:off x="564124" y="14790485"/>
            <a:ext cx="6286500" cy="728455"/>
          </a:xfrm>
          <a:prstGeom prst="rect">
            <a:avLst/>
          </a:prstGeom>
        </p:spPr>
        <p:txBody>
          <a:bodyPr wrap="square" lIns="196113" tIns="196113" rIns="196113" bIns="196113">
            <a:spAutoFit/>
          </a:bodyPr>
          <a:lstStyle>
            <a:lvl1pPr marL="0" indent="0">
              <a:buNone/>
              <a:defRPr sz="2160">
                <a:solidFill>
                  <a:schemeClr val="accent5">
                    <a:lumMod val="50000"/>
                  </a:schemeClr>
                </a:solidFill>
                <a:latin typeface="Times New Roman" panose="02020603050405020304" pitchFamily="18" charset="0"/>
                <a:cs typeface="Times New Roman" panose="02020603050405020304" pitchFamily="18" charset="0"/>
              </a:defRPr>
            </a:lvl1pPr>
            <a:lvl2pPr marL="1147260" indent="-441254">
              <a:defRPr sz="1980">
                <a:latin typeface="Trebuchet MS" pitchFamily="34" charset="0"/>
              </a:defRPr>
            </a:lvl2pPr>
            <a:lvl3pPr marL="1588514" indent="-441254">
              <a:defRPr sz="1980">
                <a:latin typeface="Trebuchet MS" pitchFamily="34" charset="0"/>
              </a:defRPr>
            </a:lvl3pPr>
            <a:lvl4pPr marL="2073893" indent="-485379">
              <a:defRPr sz="1980">
                <a:latin typeface="Trebuchet MS" pitchFamily="34" charset="0"/>
              </a:defRPr>
            </a:lvl4pPr>
            <a:lvl5pPr marL="2426896" indent="-353003">
              <a:defRPr sz="198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576463" y="14191008"/>
            <a:ext cx="6281538" cy="643172"/>
          </a:xfrm>
          <a:prstGeom prst="rect">
            <a:avLst/>
          </a:prstGeom>
          <a:noFill/>
        </p:spPr>
        <p:txBody>
          <a:bodyPr wrap="square" lIns="78446" tIns="78446" rIns="78446" bIns="78446" anchor="ctr" anchorCtr="0">
            <a:spAutoFit/>
          </a:bodyPr>
          <a:lstStyle>
            <a:lvl1pPr marL="0" indent="0" algn="ctr">
              <a:buNone/>
              <a:defRPr sz="315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7241977" y="5951495"/>
            <a:ext cx="12950030" cy="728455"/>
          </a:xfrm>
          <a:prstGeom prst="rect">
            <a:avLst/>
          </a:prstGeom>
        </p:spPr>
        <p:txBody>
          <a:bodyPr wrap="square" lIns="196113" tIns="196113" rIns="196113" bIns="196113">
            <a:spAutoFit/>
          </a:bodyPr>
          <a:lstStyle>
            <a:lvl1pPr marL="0" indent="0">
              <a:buNone/>
              <a:defRPr sz="2160">
                <a:solidFill>
                  <a:schemeClr val="accent5">
                    <a:lumMod val="50000"/>
                  </a:schemeClr>
                </a:solidFill>
                <a:latin typeface="Times New Roman" panose="02020603050405020304" pitchFamily="18" charset="0"/>
                <a:cs typeface="Times New Roman" panose="02020603050405020304" pitchFamily="18" charset="0"/>
              </a:defRPr>
            </a:lvl1pPr>
            <a:lvl2pPr marL="1147260" indent="-441254">
              <a:defRPr sz="1980">
                <a:latin typeface="Trebuchet MS" pitchFamily="34" charset="0"/>
              </a:defRPr>
            </a:lvl2pPr>
            <a:lvl3pPr marL="1588514" indent="-441254">
              <a:defRPr sz="1980">
                <a:latin typeface="Trebuchet MS" pitchFamily="34" charset="0"/>
              </a:defRPr>
            </a:lvl3pPr>
            <a:lvl4pPr marL="2073893" indent="-485379">
              <a:defRPr sz="1980">
                <a:latin typeface="Trebuchet MS" pitchFamily="34" charset="0"/>
              </a:defRPr>
            </a:lvl4pPr>
            <a:lvl5pPr marL="2426896" indent="-353003">
              <a:defRPr sz="198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7241979" y="5244234"/>
            <a:ext cx="12950031" cy="643172"/>
          </a:xfrm>
          <a:prstGeom prst="rect">
            <a:avLst/>
          </a:prstGeom>
          <a:noFill/>
        </p:spPr>
        <p:txBody>
          <a:bodyPr wrap="square" lIns="78446" tIns="78446" rIns="78446" bIns="78446" anchor="ctr" anchorCtr="0">
            <a:spAutoFit/>
          </a:bodyPr>
          <a:lstStyle>
            <a:lvl1pPr marL="0" indent="0" algn="ctr">
              <a:buNone/>
              <a:defRPr sz="315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7241979" y="21684824"/>
            <a:ext cx="12950031" cy="728455"/>
          </a:xfrm>
          <a:prstGeom prst="rect">
            <a:avLst/>
          </a:prstGeom>
        </p:spPr>
        <p:txBody>
          <a:bodyPr wrap="square" lIns="196113" tIns="196113" rIns="196113" bIns="196113">
            <a:spAutoFit/>
          </a:bodyPr>
          <a:lstStyle>
            <a:lvl1pPr marL="0" indent="0">
              <a:buNone/>
              <a:defRPr sz="2160">
                <a:solidFill>
                  <a:schemeClr val="accent5">
                    <a:lumMod val="50000"/>
                  </a:schemeClr>
                </a:solidFill>
                <a:latin typeface="Times New Roman" panose="02020603050405020304" pitchFamily="18" charset="0"/>
                <a:cs typeface="Times New Roman" panose="02020603050405020304" pitchFamily="18" charset="0"/>
              </a:defRPr>
            </a:lvl1pPr>
            <a:lvl2pPr marL="1147260" indent="-441254">
              <a:defRPr sz="1980">
                <a:latin typeface="Trebuchet MS" pitchFamily="34" charset="0"/>
              </a:defRPr>
            </a:lvl2pPr>
            <a:lvl3pPr marL="1588514" indent="-441254">
              <a:defRPr sz="1980">
                <a:latin typeface="Trebuchet MS" pitchFamily="34" charset="0"/>
              </a:defRPr>
            </a:lvl3pPr>
            <a:lvl4pPr marL="2073893" indent="-485379">
              <a:defRPr sz="1980">
                <a:latin typeface="Trebuchet MS" pitchFamily="34" charset="0"/>
              </a:defRPr>
            </a:lvl4pPr>
            <a:lvl5pPr marL="2426896" indent="-353003">
              <a:defRPr sz="198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7241979" y="21053241"/>
            <a:ext cx="12950031" cy="643172"/>
          </a:xfrm>
          <a:prstGeom prst="rect">
            <a:avLst/>
          </a:prstGeom>
          <a:noFill/>
        </p:spPr>
        <p:txBody>
          <a:bodyPr wrap="square" lIns="78446" tIns="78446" rIns="78446" bIns="78446" anchor="ctr" anchorCtr="0">
            <a:spAutoFit/>
          </a:bodyPr>
          <a:lstStyle>
            <a:lvl1pPr marL="0" indent="0" algn="ctr">
              <a:buNone/>
              <a:defRPr sz="315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0571964" y="5244234"/>
            <a:ext cx="6279386" cy="643172"/>
          </a:xfrm>
          <a:prstGeom prst="rect">
            <a:avLst/>
          </a:prstGeom>
          <a:noFill/>
        </p:spPr>
        <p:txBody>
          <a:bodyPr wrap="square" lIns="78446" tIns="78446" rIns="78446" bIns="78446" anchor="ctr" anchorCtr="0">
            <a:spAutoFit/>
          </a:bodyPr>
          <a:lstStyle>
            <a:lvl1pPr marL="0" indent="0" algn="ctr">
              <a:buNone/>
              <a:defRPr sz="315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0571964" y="5951495"/>
            <a:ext cx="6279386" cy="728455"/>
          </a:xfrm>
          <a:prstGeom prst="rect">
            <a:avLst/>
          </a:prstGeom>
        </p:spPr>
        <p:txBody>
          <a:bodyPr wrap="square" lIns="196113" tIns="196113" rIns="196113" bIns="196113">
            <a:spAutoFit/>
          </a:bodyPr>
          <a:lstStyle>
            <a:lvl1pPr marL="0" indent="0">
              <a:buNone/>
              <a:defRPr sz="2160">
                <a:solidFill>
                  <a:schemeClr val="accent5">
                    <a:lumMod val="50000"/>
                  </a:schemeClr>
                </a:solidFill>
                <a:latin typeface="Times New Roman" panose="02020603050405020304" pitchFamily="18" charset="0"/>
                <a:cs typeface="Times New Roman" panose="02020603050405020304" pitchFamily="18" charset="0"/>
              </a:defRPr>
            </a:lvl1pPr>
            <a:lvl2pPr marL="1147260" indent="-441254">
              <a:defRPr sz="1980">
                <a:latin typeface="Trebuchet MS" pitchFamily="34" charset="0"/>
              </a:defRPr>
            </a:lvl2pPr>
            <a:lvl3pPr marL="1588514" indent="-441254">
              <a:defRPr sz="1980">
                <a:latin typeface="Trebuchet MS" pitchFamily="34" charset="0"/>
              </a:defRPr>
            </a:lvl3pPr>
            <a:lvl4pPr marL="2073893" indent="-485379">
              <a:defRPr sz="1980">
                <a:latin typeface="Trebuchet MS" pitchFamily="34" charset="0"/>
              </a:defRPr>
            </a:lvl4pPr>
            <a:lvl5pPr marL="2426896" indent="-353003">
              <a:defRPr sz="198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20571964" y="14251233"/>
            <a:ext cx="6279386" cy="643172"/>
          </a:xfrm>
          <a:prstGeom prst="rect">
            <a:avLst/>
          </a:prstGeom>
          <a:noFill/>
        </p:spPr>
        <p:txBody>
          <a:bodyPr wrap="square" lIns="78446" tIns="78446" rIns="78446" bIns="78446" anchor="ctr" anchorCtr="0">
            <a:spAutoFit/>
          </a:bodyPr>
          <a:lstStyle>
            <a:lvl1pPr marL="0" indent="0" algn="ctr">
              <a:buNone/>
              <a:defRPr sz="315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0594754" y="14882817"/>
            <a:ext cx="6233811" cy="728455"/>
          </a:xfrm>
          <a:prstGeom prst="rect">
            <a:avLst/>
          </a:prstGeom>
        </p:spPr>
        <p:txBody>
          <a:bodyPr wrap="square" lIns="196113" tIns="196113" rIns="196113" bIns="196113">
            <a:spAutoFit/>
          </a:bodyPr>
          <a:lstStyle>
            <a:lvl1pPr marL="0" indent="0">
              <a:buNone/>
              <a:defRPr sz="2160">
                <a:solidFill>
                  <a:schemeClr val="accent5">
                    <a:lumMod val="50000"/>
                  </a:schemeClr>
                </a:solidFill>
                <a:latin typeface="Times New Roman" panose="02020603050405020304" pitchFamily="18" charset="0"/>
                <a:cs typeface="Times New Roman" panose="02020603050405020304" pitchFamily="18" charset="0"/>
              </a:defRPr>
            </a:lvl1pPr>
            <a:lvl2pPr marL="1147260" indent="-441254">
              <a:defRPr sz="1980">
                <a:latin typeface="Trebuchet MS" pitchFamily="34" charset="0"/>
              </a:defRPr>
            </a:lvl2pPr>
            <a:lvl3pPr marL="1588514" indent="-441254">
              <a:defRPr sz="1980">
                <a:latin typeface="Trebuchet MS" pitchFamily="34" charset="0"/>
              </a:defRPr>
            </a:lvl3pPr>
            <a:lvl4pPr marL="2073893" indent="-485379">
              <a:defRPr sz="1980">
                <a:latin typeface="Trebuchet MS" pitchFamily="34" charset="0"/>
              </a:defRPr>
            </a:lvl4pPr>
            <a:lvl5pPr marL="2426896" indent="-353003">
              <a:defRPr sz="198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20571964" y="26114085"/>
            <a:ext cx="6279386" cy="643172"/>
          </a:xfrm>
          <a:prstGeom prst="rect">
            <a:avLst/>
          </a:prstGeom>
          <a:noFill/>
        </p:spPr>
        <p:txBody>
          <a:bodyPr wrap="square" lIns="78446" tIns="78446" rIns="78446" bIns="78446" anchor="ctr" anchorCtr="0">
            <a:spAutoFit/>
          </a:bodyPr>
          <a:lstStyle>
            <a:lvl1pPr marL="0" indent="0" algn="ctr">
              <a:buNone/>
              <a:defRPr sz="3150" b="1" u="sng" baseline="0">
                <a:solidFill>
                  <a:schemeClr val="accent5">
                    <a:lumMod val="50000"/>
                  </a:schemeClr>
                </a:solidFill>
              </a:defRPr>
            </a:lvl1pPr>
          </a:lstStyle>
          <a:p>
            <a:pPr lvl="0"/>
            <a:r>
              <a:rPr lang="en-US" dirty="0"/>
              <a:t>(click to add) CONTACT</a:t>
            </a:r>
          </a:p>
        </p:txBody>
      </p:sp>
      <p:sp>
        <p:nvSpPr>
          <p:cNvPr id="30" name="Text Placeholder 3"/>
          <p:cNvSpPr>
            <a:spLocks noGrp="1"/>
          </p:cNvSpPr>
          <p:nvPr>
            <p:ph type="body" sz="quarter" idx="30" hasCustomPrompt="1"/>
          </p:nvPr>
        </p:nvSpPr>
        <p:spPr>
          <a:xfrm>
            <a:off x="20570392" y="26820427"/>
            <a:ext cx="6282532" cy="728455"/>
          </a:xfrm>
          <a:prstGeom prst="rect">
            <a:avLst/>
          </a:prstGeom>
        </p:spPr>
        <p:txBody>
          <a:bodyPr wrap="square" lIns="196113" tIns="196113" rIns="196113" bIns="196113">
            <a:spAutoFit/>
          </a:bodyPr>
          <a:lstStyle>
            <a:lvl1pPr marL="0" indent="0">
              <a:buNone/>
              <a:defRPr sz="2160">
                <a:solidFill>
                  <a:schemeClr val="accent5">
                    <a:lumMod val="50000"/>
                  </a:schemeClr>
                </a:solidFill>
                <a:latin typeface="Times New Roman" panose="02020603050405020304" pitchFamily="18" charset="0"/>
                <a:cs typeface="Times New Roman" panose="02020603050405020304" pitchFamily="18" charset="0"/>
              </a:defRPr>
            </a:lvl1pPr>
            <a:lvl2pPr marL="1147260" indent="-441254">
              <a:defRPr sz="1980">
                <a:latin typeface="Trebuchet MS" pitchFamily="34" charset="0"/>
              </a:defRPr>
            </a:lvl2pPr>
            <a:lvl3pPr marL="1588514" indent="-441254">
              <a:defRPr sz="1980">
                <a:latin typeface="Trebuchet MS" pitchFamily="34" charset="0"/>
              </a:defRPr>
            </a:lvl3pPr>
            <a:lvl4pPr marL="2073893" indent="-485379">
              <a:defRPr sz="1980">
                <a:latin typeface="Trebuchet MS" pitchFamily="34" charset="0"/>
              </a:defRPr>
            </a:lvl4pPr>
            <a:lvl5pPr marL="2426896" indent="-353003">
              <a:defRPr sz="1980">
                <a:latin typeface="Trebuchet MS" pitchFamily="34" charset="0"/>
              </a:defRPr>
            </a:lvl5pPr>
          </a:lstStyle>
          <a:p>
            <a:pPr lvl="0"/>
            <a:r>
              <a:rPr lang="en-US" dirty="0"/>
              <a:t>Enter your text here</a:t>
            </a:r>
          </a:p>
        </p:txBody>
      </p:sp>
      <p:sp>
        <p:nvSpPr>
          <p:cNvPr id="84" name="Text Placeholder 76"/>
          <p:cNvSpPr>
            <a:spLocks noGrp="1"/>
          </p:cNvSpPr>
          <p:nvPr>
            <p:ph type="body" sz="quarter" idx="150" hasCustomPrompt="1"/>
          </p:nvPr>
        </p:nvSpPr>
        <p:spPr>
          <a:xfrm>
            <a:off x="3505967" y="3198933"/>
            <a:ext cx="20420066" cy="1170587"/>
          </a:xfrm>
          <a:prstGeom prst="rect">
            <a:avLst/>
          </a:prstGeom>
        </p:spPr>
        <p:txBody>
          <a:bodyPr lIns="95646" tIns="47823" rIns="95646" bIns="47823">
            <a:normAutofit/>
          </a:bodyPr>
          <a:lstStyle>
            <a:lvl1pPr marL="0" indent="0" algn="ctr">
              <a:buFontTx/>
              <a:buNone/>
              <a:defRPr sz="5670">
                <a:solidFill>
                  <a:schemeClr val="bg1"/>
                </a:solidFill>
                <a:latin typeface="+mj-lt"/>
              </a:defRPr>
            </a:lvl1pPr>
            <a:lvl2pPr>
              <a:buFontTx/>
              <a:buNone/>
              <a:defRPr sz="6750"/>
            </a:lvl2pPr>
            <a:lvl3pPr>
              <a:buFontTx/>
              <a:buNone/>
              <a:defRPr sz="6750"/>
            </a:lvl3pPr>
            <a:lvl4pPr>
              <a:buFontTx/>
              <a:buNone/>
              <a:defRPr sz="6750"/>
            </a:lvl4pPr>
            <a:lvl5pPr>
              <a:buFontTx/>
              <a:buNone/>
              <a:defRPr sz="6750"/>
            </a:lvl5pPr>
          </a:lstStyle>
          <a:p>
            <a:pPr lvl="0"/>
            <a:r>
              <a:rPr lang="en-US" dirty="0"/>
              <a:t>Click here to add affiliations</a:t>
            </a:r>
          </a:p>
        </p:txBody>
      </p:sp>
      <p:sp>
        <p:nvSpPr>
          <p:cNvPr id="85" name="Text Placeholder 76"/>
          <p:cNvSpPr>
            <a:spLocks noGrp="1"/>
          </p:cNvSpPr>
          <p:nvPr>
            <p:ph type="body" sz="quarter" idx="151" hasCustomPrompt="1"/>
          </p:nvPr>
        </p:nvSpPr>
        <p:spPr>
          <a:xfrm>
            <a:off x="3505967" y="2028346"/>
            <a:ext cx="20420066" cy="1170587"/>
          </a:xfrm>
          <a:prstGeom prst="rect">
            <a:avLst/>
          </a:prstGeom>
        </p:spPr>
        <p:txBody>
          <a:bodyPr lIns="95646" tIns="47823" rIns="95646" bIns="47823" anchor="t" anchorCtr="1">
            <a:normAutofit/>
          </a:bodyPr>
          <a:lstStyle>
            <a:lvl1pPr marL="0" indent="0" algn="ctr">
              <a:buFontTx/>
              <a:buNone/>
              <a:defRPr sz="8280">
                <a:solidFill>
                  <a:schemeClr val="bg1"/>
                </a:solidFill>
                <a:latin typeface="+mj-lt"/>
              </a:defRPr>
            </a:lvl1pPr>
            <a:lvl2pPr>
              <a:buFontTx/>
              <a:buNone/>
              <a:defRPr sz="6750"/>
            </a:lvl2pPr>
            <a:lvl3pPr>
              <a:buFontTx/>
              <a:buNone/>
              <a:defRPr sz="6750"/>
            </a:lvl3pPr>
            <a:lvl4pPr>
              <a:buFontTx/>
              <a:buNone/>
              <a:defRPr sz="6750"/>
            </a:lvl4pPr>
            <a:lvl5pPr>
              <a:buFontTx/>
              <a:buNone/>
              <a:defRPr sz="6750"/>
            </a:lvl5pPr>
          </a:lstStyle>
          <a:p>
            <a:pPr lvl="0"/>
            <a:r>
              <a:rPr lang="en-US" dirty="0"/>
              <a:t>Click here to add authors</a:t>
            </a:r>
          </a:p>
        </p:txBody>
      </p:sp>
      <p:sp>
        <p:nvSpPr>
          <p:cNvPr id="86" name="Text Placeholder 76"/>
          <p:cNvSpPr>
            <a:spLocks noGrp="1"/>
          </p:cNvSpPr>
          <p:nvPr>
            <p:ph type="body" sz="quarter" idx="178" hasCustomPrompt="1"/>
          </p:nvPr>
        </p:nvSpPr>
        <p:spPr>
          <a:xfrm>
            <a:off x="3505967" y="530572"/>
            <a:ext cx="20420066" cy="1497774"/>
          </a:xfrm>
          <a:prstGeom prst="rect">
            <a:avLst/>
          </a:prstGeom>
        </p:spPr>
        <p:txBody>
          <a:bodyPr lIns="95646" tIns="47823" rIns="95646" bIns="47823" anchor="t" anchorCtr="1">
            <a:normAutofit/>
          </a:bodyPr>
          <a:lstStyle>
            <a:lvl1pPr marL="0" indent="0" algn="ctr">
              <a:buFontTx/>
              <a:buNone/>
              <a:defRPr sz="10800" b="1">
                <a:solidFill>
                  <a:schemeClr val="bg1"/>
                </a:solidFill>
                <a:latin typeface="+mj-lt"/>
              </a:defRPr>
            </a:lvl1pPr>
            <a:lvl2pPr>
              <a:buFontTx/>
              <a:buNone/>
              <a:defRPr sz="6750"/>
            </a:lvl2pPr>
            <a:lvl3pPr>
              <a:buFontTx/>
              <a:buNone/>
              <a:defRPr sz="6750"/>
            </a:lvl3pPr>
            <a:lvl4pPr>
              <a:buFontTx/>
              <a:buNone/>
              <a:defRPr sz="6750"/>
            </a:lvl4pPr>
            <a:lvl5pPr>
              <a:buFontTx/>
              <a:buNone/>
              <a:defRPr sz="675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3.wmf"/><Relationship Id="rId18" Type="http://schemas.openxmlformats.org/officeDocument/2006/relationships/image" Target="../media/image10.jpeg"/><Relationship Id="rId3" Type="http://schemas.openxmlformats.org/officeDocument/2006/relationships/vmlDrawing" Target="../drawings/vmlDrawing1.vml"/><Relationship Id="rId7" Type="http://schemas.openxmlformats.org/officeDocument/2006/relationships/image" Target="../media/image8.png"/><Relationship Id="rId12" Type="http://schemas.openxmlformats.org/officeDocument/2006/relationships/oleObject" Target="../embeddings/oleObject3.bin"/><Relationship Id="rId17" Type="http://schemas.openxmlformats.org/officeDocument/2006/relationships/hyperlink" Target="http://www.facebook.com/pages/PosterPresentationscom/217914411419?v=app_4949752878&amp;ref=ts" TargetMode="External"/><Relationship Id="rId2" Type="http://schemas.openxmlformats.org/officeDocument/2006/relationships/theme" Target="../theme/theme1.xml"/><Relationship Id="rId16" Type="http://schemas.openxmlformats.org/officeDocument/2006/relationships/image" Target="../media/image4.wmf"/><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2.wmf"/><Relationship Id="rId5" Type="http://schemas.openxmlformats.org/officeDocument/2006/relationships/image" Target="../media/image6.png"/><Relationship Id="rId15" Type="http://schemas.openxmlformats.org/officeDocument/2006/relationships/oleObject" Target="../embeddings/oleObject4.bin"/><Relationship Id="rId10" Type="http://schemas.openxmlformats.org/officeDocument/2006/relationships/oleObject" Target="../embeddings/oleObject2.bin"/><Relationship Id="rId4" Type="http://schemas.openxmlformats.org/officeDocument/2006/relationships/image" Target="../media/image5.png"/><Relationship Id="rId9" Type="http://schemas.openxmlformats.org/officeDocument/2006/relationships/image" Target="../media/image1.wmf"/><Relationship Id="rId14" Type="http://schemas.openxmlformats.org/officeDocument/2006/relationships/image" Target="../media/image9.png"/></Relationships>
</file>

<file path=ppt/slideMasters/_rels/slideMaster2.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3.wmf"/><Relationship Id="rId18" Type="http://schemas.openxmlformats.org/officeDocument/2006/relationships/image" Target="../media/image10.jpeg"/><Relationship Id="rId3" Type="http://schemas.openxmlformats.org/officeDocument/2006/relationships/vmlDrawing" Target="../drawings/vmlDrawing2.vml"/><Relationship Id="rId7" Type="http://schemas.openxmlformats.org/officeDocument/2006/relationships/image" Target="../media/image8.png"/><Relationship Id="rId12" Type="http://schemas.openxmlformats.org/officeDocument/2006/relationships/oleObject" Target="../embeddings/oleObject7.bin"/><Relationship Id="rId17" Type="http://schemas.openxmlformats.org/officeDocument/2006/relationships/hyperlink" Target="http://www.facebook.com/pages/PosterPresentationscom/217914411419?v=app_4949752878&amp;ref=ts" TargetMode="External"/><Relationship Id="rId2" Type="http://schemas.openxmlformats.org/officeDocument/2006/relationships/theme" Target="../theme/theme2.xml"/><Relationship Id="rId16" Type="http://schemas.openxmlformats.org/officeDocument/2006/relationships/image" Target="../media/image4.wmf"/><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2.wmf"/><Relationship Id="rId5" Type="http://schemas.openxmlformats.org/officeDocument/2006/relationships/image" Target="../media/image6.png"/><Relationship Id="rId15" Type="http://schemas.openxmlformats.org/officeDocument/2006/relationships/oleObject" Target="../embeddings/oleObject8.bin"/><Relationship Id="rId10" Type="http://schemas.openxmlformats.org/officeDocument/2006/relationships/oleObject" Target="../embeddings/oleObject6.bin"/><Relationship Id="rId4" Type="http://schemas.openxmlformats.org/officeDocument/2006/relationships/image" Target="../media/image5.png"/><Relationship Id="rId9" Type="http://schemas.openxmlformats.org/officeDocument/2006/relationships/image" Target="../media/image1.wmf"/><Relationship Id="rId1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50000">
              <a:schemeClr val="accent5">
                <a:lumMod val="60000"/>
                <a:lumOff val="4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27432000" cy="4800600"/>
          </a:xfrm>
          <a:prstGeom prst="rect">
            <a:avLst/>
          </a:prstGeom>
          <a:solidFill>
            <a:schemeClr val="accent5">
              <a:lumMod val="75000"/>
            </a:schemeClr>
          </a:solidFill>
          <a:ln w="9525">
            <a:solidFill>
              <a:schemeClr val="tx1"/>
            </a:solidFill>
            <a:miter lim="800000"/>
            <a:headEnd/>
            <a:tailEnd/>
          </a:ln>
          <a:effectLst/>
        </p:spPr>
        <p:txBody>
          <a:bodyPr wrap="none" lIns="70601" tIns="35300" rIns="70601" bIns="35300" anchor="ctr"/>
          <a:lstStyle/>
          <a:p>
            <a:pPr>
              <a:defRPr/>
            </a:pPr>
            <a:endParaRPr lang="en-US" sz="6660" dirty="0"/>
          </a:p>
        </p:txBody>
      </p:sp>
      <p:sp>
        <p:nvSpPr>
          <p:cNvPr id="9" name="Rectangle 9"/>
          <p:cNvSpPr>
            <a:spLocks noChangeArrowheads="1"/>
          </p:cNvSpPr>
          <p:nvPr/>
        </p:nvSpPr>
        <p:spPr bwMode="auto">
          <a:xfrm>
            <a:off x="0" y="4805365"/>
            <a:ext cx="27432000" cy="152400"/>
          </a:xfrm>
          <a:prstGeom prst="rect">
            <a:avLst/>
          </a:prstGeom>
          <a:solidFill>
            <a:schemeClr val="accent5">
              <a:lumMod val="50000"/>
            </a:schemeClr>
          </a:solidFill>
          <a:ln w="152400">
            <a:noFill/>
            <a:miter lim="800000"/>
            <a:headEnd/>
            <a:tailEnd/>
          </a:ln>
          <a:effectLst/>
        </p:spPr>
        <p:txBody>
          <a:bodyPr wrap="none" lIns="70601" tIns="35300" rIns="70601" bIns="35300" anchor="ctr"/>
          <a:lstStyle/>
          <a:p>
            <a:pPr>
              <a:defRPr/>
            </a:pPr>
            <a:endParaRPr lang="en-US" sz="6660" dirty="0"/>
          </a:p>
        </p:txBody>
      </p:sp>
      <p:sp>
        <p:nvSpPr>
          <p:cNvPr id="16" name="Rectangle 33"/>
          <p:cNvSpPr>
            <a:spLocks noChangeArrowheads="1"/>
          </p:cNvSpPr>
          <p:nvPr/>
        </p:nvSpPr>
        <p:spPr bwMode="auto">
          <a:xfrm>
            <a:off x="572142" y="5257679"/>
            <a:ext cx="12949039" cy="26746200"/>
          </a:xfrm>
          <a:prstGeom prst="roundRect">
            <a:avLst>
              <a:gd name="adj" fmla="val 5902"/>
            </a:avLst>
          </a:prstGeom>
          <a:gradFill>
            <a:gsLst>
              <a:gs pos="0">
                <a:schemeClr val="accent1">
                  <a:tint val="66000"/>
                  <a:satMod val="160000"/>
                </a:schemeClr>
              </a:gs>
              <a:gs pos="0">
                <a:srgbClr val="CDD2DE"/>
              </a:gs>
              <a:gs pos="100000">
                <a:srgbClr val="F3F5FA"/>
              </a:gs>
            </a:gsLst>
            <a:lin ang="16200000" scaled="1"/>
          </a:gradFill>
          <a:ln w="9525">
            <a:solidFill>
              <a:schemeClr val="tx2"/>
            </a:solidFill>
            <a:miter lim="800000"/>
            <a:headEnd/>
            <a:tailEnd/>
          </a:ln>
          <a:effectLst/>
        </p:spPr>
        <p:txBody>
          <a:bodyPr wrap="none" lIns="70601" tIns="35300" rIns="70601" bIns="35300" anchor="ctr"/>
          <a:lstStyle/>
          <a:p>
            <a:pPr>
              <a:defRPr/>
            </a:pPr>
            <a:endParaRPr lang="en-US" sz="6660" dirty="0"/>
          </a:p>
        </p:txBody>
      </p:sp>
      <p:sp>
        <p:nvSpPr>
          <p:cNvPr id="21" name="Rectangle 33"/>
          <p:cNvSpPr>
            <a:spLocks noChangeArrowheads="1"/>
          </p:cNvSpPr>
          <p:nvPr userDrawn="1"/>
        </p:nvSpPr>
        <p:spPr bwMode="auto">
          <a:xfrm>
            <a:off x="13811250" y="5257679"/>
            <a:ext cx="12949039" cy="26746200"/>
          </a:xfrm>
          <a:prstGeom prst="roundRect">
            <a:avLst>
              <a:gd name="adj" fmla="val 5902"/>
            </a:avLst>
          </a:prstGeom>
          <a:gradFill flip="none" rotWithShape="1">
            <a:gsLst>
              <a:gs pos="0">
                <a:schemeClr val="accent1">
                  <a:tint val="66000"/>
                  <a:satMod val="160000"/>
                </a:schemeClr>
              </a:gs>
              <a:gs pos="0">
                <a:srgbClr val="CDD2DE"/>
              </a:gs>
              <a:gs pos="100000">
                <a:srgbClr val="F3F5FA"/>
              </a:gs>
            </a:gsLst>
            <a:lin ang="16200000" scaled="1"/>
            <a:tileRect/>
          </a:gradFill>
          <a:ln w="9525">
            <a:solidFill>
              <a:schemeClr val="tx2"/>
            </a:solidFill>
            <a:miter lim="800000"/>
            <a:headEnd/>
            <a:tailEnd/>
          </a:ln>
          <a:effectLst/>
        </p:spPr>
        <p:txBody>
          <a:bodyPr wrap="none" lIns="70601" tIns="35300" rIns="70601" bIns="35300" anchor="ctr"/>
          <a:lstStyle/>
          <a:p>
            <a:pPr>
              <a:defRPr/>
            </a:pPr>
            <a:endParaRPr lang="en-US" sz="6660" dirty="0"/>
          </a:p>
        </p:txBody>
      </p:sp>
      <p:grpSp>
        <p:nvGrpSpPr>
          <p:cNvPr id="23" name="Group 22"/>
          <p:cNvGrpSpPr/>
          <p:nvPr userDrawn="1"/>
        </p:nvGrpSpPr>
        <p:grpSpPr>
          <a:xfrm>
            <a:off x="-12658121" y="-43314"/>
            <a:ext cx="12259293" cy="32961714"/>
            <a:chOff x="-11225189" y="-1"/>
            <a:chExt cx="11018865" cy="32918401"/>
          </a:xfrm>
        </p:grpSpPr>
        <p:sp>
          <p:nvSpPr>
            <p:cNvPr id="24" name="Rectangle 2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366507" rtl="0" eaLnBrk="1" fontAlgn="auto" latinLnBrk="0" hangingPunct="1">
                <a:lnSpc>
                  <a:spcPct val="100000"/>
                </a:lnSpc>
                <a:spcBef>
                  <a:spcPts val="0"/>
                </a:spcBef>
                <a:spcAft>
                  <a:spcPts val="0"/>
                </a:spcAft>
                <a:buClrTx/>
                <a:buSzTx/>
                <a:buFontTx/>
                <a:buNone/>
                <a:tabLst/>
                <a:defRPr/>
              </a:pPr>
              <a:r>
                <a:rPr lang="en-US" sz="2880" b="1" spc="0" dirty="0">
                  <a:solidFill>
                    <a:srgbClr val="FF0000"/>
                  </a:solidFill>
                  <a:latin typeface="Trebuchet MS" pitchFamily="34" charset="0"/>
                </a:rPr>
                <a:t>(—THIS SIDEBAR DOES NOT PRINT—)</a:t>
              </a:r>
              <a:endParaRPr lang="en-US" sz="2880" b="1" spc="540" dirty="0">
                <a:solidFill>
                  <a:schemeClr val="bg1"/>
                </a:solidFill>
                <a:latin typeface="Trebuchet MS" pitchFamily="34" charset="0"/>
              </a:endParaRPr>
            </a:p>
            <a:p>
              <a:pPr algn="ctr"/>
              <a:r>
                <a:rPr lang="en-US" sz="3600" b="1" spc="540" dirty="0">
                  <a:solidFill>
                    <a:schemeClr val="bg1"/>
                  </a:solidFill>
                  <a:latin typeface="Trebuchet MS" pitchFamily="34" charset="0"/>
                </a:rPr>
                <a:t>DESIGN</a:t>
              </a:r>
              <a:r>
                <a:rPr lang="en-US" sz="3600" b="1" spc="540" baseline="0" dirty="0">
                  <a:solidFill>
                    <a:schemeClr val="bg1"/>
                  </a:solidFill>
                  <a:latin typeface="Trebuchet MS" pitchFamily="34" charset="0"/>
                </a:rPr>
                <a:t> </a:t>
              </a:r>
              <a:r>
                <a:rPr lang="en-US" sz="3600" b="1" spc="540" dirty="0">
                  <a:solidFill>
                    <a:schemeClr val="bg1"/>
                  </a:solidFill>
                  <a:latin typeface="Trebuchet MS" pitchFamily="34" charset="0"/>
                </a:rPr>
                <a:t>GUIDE</a:t>
              </a:r>
            </a:p>
            <a:p>
              <a:pPr algn="ctr"/>
              <a:endParaRPr lang="en-US" sz="2520" b="1" dirty="0">
                <a:latin typeface="Trebuchet MS" pitchFamily="34" charset="0"/>
              </a:endParaRPr>
            </a:p>
            <a:p>
              <a:pPr defTabSz="3389075"/>
              <a:r>
                <a:rPr lang="en-US" sz="2520" i="0" dirty="0">
                  <a:latin typeface="Trebuchet MS" pitchFamily="34" charset="0"/>
                </a:rPr>
                <a:t>This PowerPoint</a:t>
              </a:r>
              <a:r>
                <a:rPr lang="en-US" sz="2520" i="0" baseline="0" dirty="0">
                  <a:latin typeface="Trebuchet MS" pitchFamily="34" charset="0"/>
                </a:rPr>
                <a:t> </a:t>
              </a:r>
              <a:r>
                <a:rPr lang="en-US" sz="2520" i="0" dirty="0">
                  <a:latin typeface="Trebuchet MS" pitchFamily="34" charset="0"/>
                </a:rPr>
                <a:t>2007 template produces</a:t>
              </a:r>
              <a:r>
                <a:rPr lang="en-US" sz="2520" i="0" baseline="0" dirty="0">
                  <a:latin typeface="Trebuchet MS" pitchFamily="34" charset="0"/>
                </a:rPr>
                <a:t> </a:t>
              </a:r>
              <a:r>
                <a:rPr lang="en-US" sz="2520" i="0" dirty="0">
                  <a:latin typeface="Trebuchet MS" pitchFamily="34" charset="0"/>
                </a:rPr>
                <a:t>a 30”x40” presentation poster. </a:t>
              </a:r>
              <a:r>
                <a:rPr lang="en-US" sz="2520" dirty="0">
                  <a:latin typeface="Trebuchet MS" pitchFamily="34" charset="0"/>
                </a:rPr>
                <a:t>You</a:t>
              </a:r>
              <a:r>
                <a:rPr lang="en-US" sz="2520" baseline="0" dirty="0">
                  <a:latin typeface="Trebuchet MS" pitchFamily="34" charset="0"/>
                </a:rPr>
                <a:t> can u</a:t>
              </a:r>
              <a:r>
                <a:rPr lang="en-US" sz="2520" dirty="0">
                  <a:latin typeface="Trebuchet MS" pitchFamily="34" charset="0"/>
                </a:rPr>
                <a:t>se</a:t>
              </a:r>
              <a:r>
                <a:rPr lang="en-US" sz="2520" baseline="0" dirty="0">
                  <a:latin typeface="Trebuchet MS" pitchFamily="34" charset="0"/>
                </a:rPr>
                <a:t> it to create your research poster and </a:t>
              </a:r>
              <a:r>
                <a:rPr lang="en-US" sz="2520" dirty="0">
                  <a:latin typeface="Trebuchet MS" pitchFamily="34" charset="0"/>
                </a:rPr>
                <a:t>save valuable time placing titles, subtitles,</a:t>
              </a:r>
              <a:r>
                <a:rPr lang="en-US" sz="2520" baseline="0" dirty="0">
                  <a:latin typeface="Trebuchet MS" pitchFamily="34" charset="0"/>
                </a:rPr>
                <a:t> text, and graphics</a:t>
              </a:r>
              <a:r>
                <a:rPr lang="en-US" sz="2520" dirty="0">
                  <a:latin typeface="Trebuchet MS" pitchFamily="34" charset="0"/>
                </a:rPr>
                <a:t>. </a:t>
              </a:r>
            </a:p>
            <a:p>
              <a:pPr defTabSz="3389075"/>
              <a:endParaRPr lang="en-US" sz="2520" dirty="0">
                <a:latin typeface="Trebuchet MS" pitchFamily="34" charset="0"/>
              </a:endParaRPr>
            </a:p>
            <a:p>
              <a:pPr defTabSz="3950297"/>
              <a:r>
                <a:rPr lang="en-US" sz="2520" dirty="0">
                  <a:latin typeface="Trebuchet MS" pitchFamily="34" charset="0"/>
                </a:rPr>
                <a:t>We provide a series of online tutorials that will guide you through the poster design process and answer your poster production questions. To view our template tutorials, go online to </a:t>
              </a:r>
              <a:r>
                <a:rPr lang="en-US" sz="2520" b="1" dirty="0">
                  <a:solidFill>
                    <a:srgbClr val="FFC000"/>
                  </a:solidFill>
                  <a:latin typeface="Trebuchet MS" pitchFamily="34" charset="0"/>
                </a:rPr>
                <a:t>PosterPresentations.com</a:t>
              </a:r>
              <a:r>
                <a:rPr lang="en-US" sz="2520" b="1" dirty="0">
                  <a:solidFill>
                    <a:schemeClr val="bg1"/>
                  </a:solidFill>
                  <a:latin typeface="Trebuchet MS" pitchFamily="34" charset="0"/>
                </a:rPr>
                <a:t> </a:t>
              </a:r>
              <a:r>
                <a:rPr lang="en-US" sz="2520" dirty="0">
                  <a:solidFill>
                    <a:schemeClr val="bg1"/>
                  </a:solidFill>
                  <a:latin typeface="Trebuchet MS" pitchFamily="34" charset="0"/>
                </a:rPr>
                <a:t>and click on HELP DESK.</a:t>
              </a:r>
            </a:p>
            <a:p>
              <a:pPr defTabSz="3950297"/>
              <a:endParaRPr lang="en-US" sz="2520" dirty="0">
                <a:latin typeface="Trebuchet MS" pitchFamily="34" charset="0"/>
              </a:endParaRPr>
            </a:p>
            <a:p>
              <a:pPr defTabSz="3950297"/>
              <a:r>
                <a:rPr lang="en-US" sz="2520" dirty="0">
                  <a:solidFill>
                    <a:schemeClr val="bg1"/>
                  </a:solidFill>
                  <a:latin typeface="Trebuchet MS" pitchFamily="34" charset="0"/>
                </a:rPr>
                <a:t>When</a:t>
              </a:r>
              <a:r>
                <a:rPr lang="en-US" sz="2520" baseline="0" dirty="0">
                  <a:solidFill>
                    <a:schemeClr val="bg1"/>
                  </a:solidFill>
                  <a:latin typeface="Trebuchet MS" pitchFamily="34" charset="0"/>
                </a:rPr>
                <a:t> you are ready to print your poster</a:t>
              </a:r>
              <a:r>
                <a:rPr lang="en-US" sz="2520" dirty="0">
                  <a:solidFill>
                    <a:schemeClr val="bg1"/>
                  </a:solidFill>
                  <a:latin typeface="Trebuchet MS" pitchFamily="34" charset="0"/>
                </a:rPr>
                <a:t>,</a:t>
              </a:r>
              <a:r>
                <a:rPr lang="en-US" sz="2520" baseline="0" dirty="0">
                  <a:solidFill>
                    <a:schemeClr val="bg1"/>
                  </a:solidFill>
                  <a:latin typeface="Trebuchet MS" pitchFamily="34" charset="0"/>
                </a:rPr>
                <a:t> go online to </a:t>
              </a:r>
              <a:r>
                <a:rPr lang="en-US" sz="2520" b="0" dirty="0">
                  <a:solidFill>
                    <a:schemeClr val="bg1"/>
                  </a:solidFill>
                  <a:latin typeface="Trebuchet MS" pitchFamily="34" charset="0"/>
                </a:rPr>
                <a:t>PosterPresentations.com</a:t>
              </a:r>
              <a:br>
                <a:rPr lang="en-US" sz="2520" dirty="0">
                  <a:solidFill>
                    <a:schemeClr val="bg1"/>
                  </a:solidFill>
                  <a:latin typeface="Trebuchet MS" pitchFamily="34" charset="0"/>
                </a:rPr>
              </a:br>
              <a:endParaRPr lang="en-US" sz="2520" dirty="0">
                <a:solidFill>
                  <a:schemeClr val="bg1"/>
                </a:solidFill>
                <a:latin typeface="Trebuchet MS" pitchFamily="34" charset="0"/>
              </a:endParaRPr>
            </a:p>
            <a:p>
              <a:pPr algn="l" defTabSz="3389075"/>
              <a:r>
                <a:rPr lang="en-US" sz="2520" b="0" dirty="0">
                  <a:solidFill>
                    <a:schemeClr val="bg1"/>
                  </a:solidFill>
                  <a:latin typeface="Trebuchet MS" pitchFamily="34" charset="0"/>
                </a:rPr>
                <a:t>Need</a:t>
              </a:r>
              <a:r>
                <a:rPr lang="en-US" sz="2520" b="0" baseline="0" dirty="0">
                  <a:solidFill>
                    <a:schemeClr val="bg1"/>
                  </a:solidFill>
                  <a:latin typeface="Trebuchet MS" pitchFamily="34" charset="0"/>
                </a:rPr>
                <a:t> assistance? Call us at </a:t>
              </a:r>
              <a:r>
                <a:rPr lang="en-US" sz="2520" b="0" dirty="0">
                  <a:solidFill>
                    <a:srgbClr val="FFC000"/>
                  </a:solidFill>
                  <a:latin typeface="Trebuchet MS" pitchFamily="34" charset="0"/>
                </a:rPr>
                <a:t>1.510.649.3001</a:t>
              </a:r>
            </a:p>
            <a:p>
              <a:pPr algn="l" defTabSz="3389075"/>
              <a:endParaRPr lang="en-US" sz="3240" b="1" dirty="0">
                <a:solidFill>
                  <a:srgbClr val="FFFF00"/>
                </a:solidFill>
                <a:latin typeface="Trebuchet MS" pitchFamily="34" charset="0"/>
              </a:endParaRPr>
            </a:p>
            <a:p>
              <a:pPr algn="ctr"/>
              <a:endParaRPr lang="en-US" sz="2160" b="1" dirty="0">
                <a:solidFill>
                  <a:schemeClr val="bg1"/>
                </a:solidFill>
                <a:latin typeface="Trebuchet MS" pitchFamily="34" charset="0"/>
              </a:endParaRPr>
            </a:p>
            <a:p>
              <a:pPr algn="ctr"/>
              <a:r>
                <a:rPr lang="en-US" sz="3600" b="1" spc="540" dirty="0">
                  <a:solidFill>
                    <a:schemeClr val="bg1"/>
                  </a:solidFill>
                  <a:latin typeface="Trebuchet MS" pitchFamily="34" charset="0"/>
                </a:rPr>
                <a:t>QUICK START</a:t>
              </a:r>
            </a:p>
            <a:p>
              <a:pPr algn="ctr"/>
              <a:endParaRPr lang="en-US" sz="2880" b="1" baseline="0" dirty="0">
                <a:solidFill>
                  <a:schemeClr val="bg1"/>
                </a:solidFill>
                <a:latin typeface="Trebuchet MS" pitchFamily="34" charset="0"/>
              </a:endParaRPr>
            </a:p>
            <a:p>
              <a:pPr algn="ctr"/>
              <a:r>
                <a:rPr lang="en-US" sz="2880" b="1" baseline="0" dirty="0">
                  <a:solidFill>
                    <a:srgbClr val="FFC000"/>
                  </a:solidFill>
                  <a:latin typeface="Trebuchet MS" pitchFamily="34" charset="0"/>
                </a:rPr>
                <a:t>Zoom in and out</a:t>
              </a:r>
            </a:p>
            <a:p>
              <a:pPr marL="2274570" indent="-585788" algn="l" defTabSz="765810">
                <a:tabLst/>
              </a:pPr>
              <a:r>
                <a:rPr lang="en-US" sz="2160" b="0" baseline="0" dirty="0">
                  <a:solidFill>
                    <a:schemeClr val="bg1"/>
                  </a:solidFill>
                  <a:latin typeface="Trebuchet MS" pitchFamily="34" charset="0"/>
                </a:rPr>
                <a:t>	</a:t>
              </a:r>
              <a:r>
                <a:rPr lang="en-US" sz="2160" b="0" baseline="0" dirty="0">
                  <a:solidFill>
                    <a:schemeClr val="bg1">
                      <a:lumMod val="75000"/>
                    </a:schemeClr>
                  </a:solidFill>
                  <a:latin typeface="Trebuchet MS" pitchFamily="34" charset="0"/>
                </a:rPr>
                <a:t>As you work on your poster zoom in and out to the level that is more comfortable to you. Go to VIEW &gt; ZOOM.</a:t>
              </a:r>
            </a:p>
            <a:p>
              <a:pPr algn="l"/>
              <a:endParaRPr lang="en-US" sz="2520" b="0" baseline="0" dirty="0">
                <a:solidFill>
                  <a:schemeClr val="bg1"/>
                </a:solidFill>
                <a:latin typeface="Trebuchet MS" pitchFamily="34" charset="0"/>
              </a:endParaRPr>
            </a:p>
            <a:p>
              <a:pPr algn="ctr"/>
              <a:r>
                <a:rPr lang="en-US" sz="2880" b="1" baseline="0" dirty="0">
                  <a:solidFill>
                    <a:srgbClr val="FFC000"/>
                  </a:solidFill>
                  <a:latin typeface="Trebuchet MS" pitchFamily="34" charset="0"/>
                </a:rPr>
                <a:t>Title, Authors, and Affiliations</a:t>
              </a:r>
            </a:p>
            <a:p>
              <a:pPr algn="l"/>
              <a:r>
                <a:rPr lang="en-US" sz="2160" b="0" baseline="0" dirty="0">
                  <a:solidFill>
                    <a:schemeClr val="bg1">
                      <a:lumMod val="75000"/>
                    </a:schemeClr>
                  </a:solidFill>
                  <a:latin typeface="Trebuchet MS" pitchFamily="34" charset="0"/>
                </a:rPr>
                <a:t>Start designing your poster by adding the title, the names of the authors, and the affiliated institutions. </a:t>
              </a:r>
              <a:r>
                <a:rPr lang="en-US" sz="216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160" b="0" spc="0" baseline="0" dirty="0">
                <a:solidFill>
                  <a:schemeClr val="bg1">
                    <a:lumMod val="75000"/>
                  </a:schemeClr>
                </a:solidFill>
                <a:latin typeface="Trebuchet MS" pitchFamily="34" charset="0"/>
              </a:endParaRPr>
            </a:p>
            <a:p>
              <a:pPr algn="l"/>
              <a:r>
                <a:rPr lang="en-US" sz="2160" b="1" spc="270" baseline="0" dirty="0">
                  <a:solidFill>
                    <a:srgbClr val="FFC000"/>
                  </a:solidFill>
                  <a:latin typeface="Trebuchet MS" pitchFamily="34" charset="0"/>
                </a:rPr>
                <a:t>TIP</a:t>
              </a:r>
              <a:r>
                <a:rPr lang="en-US" sz="2160" b="1" baseline="0" dirty="0">
                  <a:solidFill>
                    <a:srgbClr val="FFC000"/>
                  </a:solidFill>
                  <a:latin typeface="Trebuchet MS" pitchFamily="34" charset="0"/>
                </a:rPr>
                <a:t>: </a:t>
              </a:r>
              <a:r>
                <a:rPr lang="en-US" sz="2160" b="0" baseline="0" dirty="0">
                  <a:solidFill>
                    <a:schemeClr val="bg1">
                      <a:lumMod val="75000"/>
                    </a:schemeClr>
                  </a:solidFill>
                  <a:latin typeface="Trebuchet MS" pitchFamily="34" charset="0"/>
                </a:rPr>
                <a:t>The font size of your title should be bigger than your name(s) and institution name(s).</a:t>
              </a:r>
            </a:p>
            <a:p>
              <a:pPr algn="l"/>
              <a:br>
                <a:rPr lang="en-US" sz="2520" b="1" baseline="0" dirty="0">
                  <a:solidFill>
                    <a:schemeClr val="bg1"/>
                  </a:solidFill>
                  <a:latin typeface="Trebuchet MS" pitchFamily="34" charset="0"/>
                </a:rPr>
              </a:br>
              <a:endParaRPr lang="en-US" sz="2520" b="1" dirty="0">
                <a:solidFill>
                  <a:schemeClr val="bg1"/>
                </a:solidFill>
                <a:latin typeface="Trebuchet MS" pitchFamily="34" charset="0"/>
              </a:endParaRPr>
            </a:p>
            <a:p>
              <a:pPr algn="ctr"/>
              <a:endParaRPr lang="en-US" sz="2520" b="1" dirty="0">
                <a:solidFill>
                  <a:srgbClr val="FFC000"/>
                </a:solidFill>
                <a:latin typeface="Trebuchet MS" pitchFamily="34" charset="0"/>
              </a:endParaRPr>
            </a:p>
            <a:p>
              <a:pPr algn="ctr"/>
              <a:endParaRPr lang="en-US" sz="2520" b="1" dirty="0">
                <a:solidFill>
                  <a:srgbClr val="FFC000"/>
                </a:solidFill>
                <a:latin typeface="Trebuchet MS" pitchFamily="34" charset="0"/>
              </a:endParaRPr>
            </a:p>
            <a:p>
              <a:pPr algn="ctr"/>
              <a:r>
                <a:rPr lang="en-US" sz="2880" b="1" dirty="0">
                  <a:solidFill>
                    <a:srgbClr val="FFC000"/>
                  </a:solidFill>
                  <a:latin typeface="Trebuchet MS" pitchFamily="34" charset="0"/>
                </a:rPr>
                <a:t>Adding Logos</a:t>
              </a:r>
              <a:r>
                <a:rPr lang="en-US" sz="2880" b="1" baseline="0" dirty="0">
                  <a:solidFill>
                    <a:srgbClr val="FFC000"/>
                  </a:solidFill>
                  <a:latin typeface="Trebuchet MS" pitchFamily="34" charset="0"/>
                </a:rPr>
                <a:t> / Seals</a:t>
              </a:r>
            </a:p>
            <a:p>
              <a:pPr algn="l"/>
              <a:r>
                <a:rPr lang="en-US" sz="216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160" b="0" spc="270" baseline="0" dirty="0">
                <a:solidFill>
                  <a:schemeClr val="bg1">
                    <a:lumMod val="75000"/>
                  </a:schemeClr>
                </a:solidFill>
                <a:latin typeface="Trebuchet MS" pitchFamily="34" charset="0"/>
              </a:endParaRPr>
            </a:p>
            <a:p>
              <a:pPr algn="l"/>
              <a:r>
                <a:rPr lang="en-US" sz="2160" b="1" spc="270" baseline="0" dirty="0">
                  <a:solidFill>
                    <a:srgbClr val="FFC000"/>
                  </a:solidFill>
                  <a:latin typeface="Trebuchet MS" pitchFamily="34" charset="0"/>
                </a:rPr>
                <a:t>TIP:</a:t>
              </a:r>
              <a:r>
                <a:rPr lang="en-US" sz="2160" b="1" spc="0" baseline="0" dirty="0">
                  <a:solidFill>
                    <a:srgbClr val="FFC000"/>
                  </a:solidFill>
                  <a:latin typeface="Trebuchet MS" pitchFamily="34" charset="0"/>
                </a:rPr>
                <a:t> </a:t>
              </a:r>
              <a:r>
                <a:rPr lang="en-US" sz="2160" b="0" baseline="0" dirty="0">
                  <a:solidFill>
                    <a:schemeClr val="bg1">
                      <a:lumMod val="75000"/>
                    </a:schemeClr>
                  </a:solidFill>
                  <a:latin typeface="Trebuchet MS" pitchFamily="34" charset="0"/>
                </a:rPr>
                <a:t>See if your school’s logo is available on our free poster templates page.</a:t>
              </a:r>
            </a:p>
            <a:p>
              <a:pPr algn="l"/>
              <a:endParaRPr lang="en-US" sz="2160" b="0" baseline="0" dirty="0">
                <a:latin typeface="Trebuchet MS" pitchFamily="34" charset="0"/>
              </a:endParaRPr>
            </a:p>
            <a:p>
              <a:pPr algn="ctr"/>
              <a:r>
                <a:rPr lang="en-US" sz="2880" b="1" baseline="0" dirty="0">
                  <a:solidFill>
                    <a:srgbClr val="FFC000"/>
                  </a:solidFill>
                  <a:latin typeface="Trebuchet MS" pitchFamily="34" charset="0"/>
                </a:rPr>
                <a:t>Photographs / Graphics</a:t>
              </a:r>
            </a:p>
            <a:p>
              <a:pPr algn="l" defTabSz="880110"/>
              <a:r>
                <a:rPr lang="en-US" sz="216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160" b="0" spc="0" baseline="0" dirty="0">
                  <a:solidFill>
                    <a:schemeClr val="bg1">
                      <a:lumMod val="75000"/>
                    </a:schemeClr>
                  </a:solidFill>
                  <a:latin typeface="Trebuchet MS" pitchFamily="34" charset="0"/>
                </a:rPr>
                <a:t>disproportionally.</a:t>
              </a:r>
            </a:p>
            <a:p>
              <a:pPr algn="l" defTabSz="880110"/>
              <a:endParaRPr lang="en-US" sz="2160" b="0" baseline="0" dirty="0">
                <a:latin typeface="Trebuchet MS" pitchFamily="34" charset="0"/>
              </a:endParaRPr>
            </a:p>
            <a:p>
              <a:pPr algn="ctr"/>
              <a:endParaRPr lang="en-US" sz="2520" b="1" baseline="0" dirty="0">
                <a:solidFill>
                  <a:srgbClr val="FFC000"/>
                </a:solidFill>
                <a:latin typeface="Trebuchet MS" pitchFamily="34" charset="0"/>
              </a:endParaRPr>
            </a:p>
            <a:p>
              <a:pPr algn="ctr"/>
              <a:endParaRPr lang="en-US" sz="2520" b="1" baseline="0" dirty="0">
                <a:solidFill>
                  <a:srgbClr val="FFC000"/>
                </a:solidFill>
                <a:latin typeface="Trebuchet MS" pitchFamily="34" charset="0"/>
              </a:endParaRPr>
            </a:p>
            <a:p>
              <a:pPr algn="ctr"/>
              <a:endParaRPr lang="en-US" sz="2520" b="1" baseline="0" dirty="0">
                <a:solidFill>
                  <a:srgbClr val="FFC000"/>
                </a:solidFill>
                <a:latin typeface="Trebuchet MS" pitchFamily="34" charset="0"/>
              </a:endParaRPr>
            </a:p>
            <a:p>
              <a:pPr algn="ctr"/>
              <a:endParaRPr lang="en-US" sz="2520" b="1" baseline="0" dirty="0">
                <a:solidFill>
                  <a:srgbClr val="FFC000"/>
                </a:solidFill>
                <a:latin typeface="Trebuchet MS" pitchFamily="34" charset="0"/>
              </a:endParaRPr>
            </a:p>
            <a:p>
              <a:pPr algn="ctr"/>
              <a:endParaRPr lang="en-US" sz="2520" b="1" baseline="0" dirty="0">
                <a:solidFill>
                  <a:srgbClr val="FFC000"/>
                </a:solidFill>
                <a:latin typeface="Trebuchet MS" pitchFamily="34" charset="0"/>
              </a:endParaRPr>
            </a:p>
            <a:p>
              <a:pPr algn="ctr"/>
              <a:endParaRPr lang="en-US" sz="2520" b="1" baseline="0" dirty="0">
                <a:solidFill>
                  <a:srgbClr val="FFC000"/>
                </a:solidFill>
                <a:latin typeface="Trebuchet MS" pitchFamily="34" charset="0"/>
              </a:endParaRPr>
            </a:p>
            <a:p>
              <a:pPr algn="ctr"/>
              <a:endParaRPr lang="en-US" sz="2520" b="1" baseline="0" dirty="0">
                <a:solidFill>
                  <a:srgbClr val="FFC000"/>
                </a:solidFill>
                <a:latin typeface="Trebuchet MS" pitchFamily="34" charset="0"/>
              </a:endParaRPr>
            </a:p>
            <a:p>
              <a:pPr algn="ctr"/>
              <a:r>
                <a:rPr lang="en-US" sz="2880" b="1" baseline="0" dirty="0">
                  <a:solidFill>
                    <a:srgbClr val="FFC000"/>
                  </a:solidFill>
                  <a:latin typeface="Trebuchet MS" pitchFamily="34" charset="0"/>
                </a:rPr>
                <a:t>Image Quality Check</a:t>
              </a:r>
            </a:p>
            <a:p>
              <a:pPr lvl="0" algn="l" defTabSz="880110"/>
              <a:r>
                <a:rPr lang="en-US" sz="2160" b="0" baseline="0" dirty="0">
                  <a:solidFill>
                    <a:schemeClr val="bg1">
                      <a:lumMod val="75000"/>
                    </a:schemeClr>
                  </a:solidFill>
                  <a:latin typeface="Trebuchet MS" pitchFamily="34" charset="0"/>
                </a:rPr>
                <a:t>Zoom in and look at your images at 100% magnification. If they look good they will print well. </a:t>
              </a:r>
              <a:endParaRPr lang="en-US" sz="2520" b="0" dirty="0">
                <a:latin typeface="Trebuchet MS" pitchFamily="34" charset="0"/>
              </a:endParaRPr>
            </a:p>
          </p:txBody>
        </p:sp>
        <p:cxnSp>
          <p:nvCxnSpPr>
            <p:cNvPr id="25" name="Straight Connector 24"/>
            <p:cNvCxnSpPr/>
            <p:nvPr/>
          </p:nvCxnSpPr>
          <p:spPr>
            <a:xfrm>
              <a:off x="-11225189" y="7240467"/>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26" name="Picture 25"/>
            <p:cNvPicPr>
              <a:picLocks noChangeAspect="1"/>
            </p:cNvPicPr>
            <p:nvPr userDrawn="1"/>
          </p:nvPicPr>
          <p:blipFill>
            <a:blip r:embed="rId4"/>
            <a:stretch>
              <a:fillRect/>
            </a:stretch>
          </p:blipFill>
          <p:spPr>
            <a:xfrm>
              <a:off x="-10479105" y="8732868"/>
              <a:ext cx="1597666" cy="1201935"/>
            </a:xfrm>
            <a:prstGeom prst="rect">
              <a:avLst/>
            </a:prstGeom>
          </p:spPr>
        </p:pic>
        <p:pic>
          <p:nvPicPr>
            <p:cNvPr id="30" name="Picture 29"/>
            <p:cNvPicPr>
              <a:picLocks noChangeAspect="1"/>
            </p:cNvPicPr>
            <p:nvPr userDrawn="1"/>
          </p:nvPicPr>
          <p:blipFill>
            <a:blip r:embed="rId5"/>
            <a:stretch>
              <a:fillRect/>
            </a:stretch>
          </p:blipFill>
          <p:spPr>
            <a:xfrm>
              <a:off x="-10732765" y="13076183"/>
              <a:ext cx="9986808" cy="1053596"/>
            </a:xfrm>
            <a:prstGeom prst="rect">
              <a:avLst/>
            </a:prstGeom>
          </p:spPr>
        </p:pic>
        <p:grpSp>
          <p:nvGrpSpPr>
            <p:cNvPr id="32" name="Group 31"/>
            <p:cNvGrpSpPr/>
            <p:nvPr userDrawn="1"/>
          </p:nvGrpSpPr>
          <p:grpSpPr>
            <a:xfrm>
              <a:off x="-9744993" y="19604586"/>
              <a:ext cx="7531182" cy="2094921"/>
              <a:chOff x="-4470427" y="9208123"/>
              <a:chExt cx="3470785" cy="962496"/>
            </a:xfrm>
          </p:grpSpPr>
          <p:grpSp>
            <p:nvGrpSpPr>
              <p:cNvPr id="46" name="Group 45"/>
              <p:cNvGrpSpPr/>
              <p:nvPr userDrawn="1"/>
            </p:nvGrpSpPr>
            <p:grpSpPr>
              <a:xfrm>
                <a:off x="-2783495" y="9252354"/>
                <a:ext cx="624431" cy="907396"/>
                <a:chOff x="-3958697" y="8525819"/>
                <a:chExt cx="779338" cy="1300292"/>
              </a:xfrm>
            </p:grpSpPr>
            <p:pic>
              <p:nvPicPr>
                <p:cNvPr id="52" name="Picture 51"/>
                <p:cNvPicPr>
                  <a:picLocks noChangeAspect="1"/>
                </p:cNvPicPr>
                <p:nvPr userDrawn="1"/>
              </p:nvPicPr>
              <p:blipFill>
                <a:blip r:embed="rId6"/>
                <a:stretch>
                  <a:fillRect/>
                </a:stretch>
              </p:blipFill>
              <p:spPr>
                <a:xfrm>
                  <a:off x="-3948160" y="8525819"/>
                  <a:ext cx="768801" cy="1090857"/>
                </a:xfrm>
                <a:prstGeom prst="rect">
                  <a:avLst/>
                </a:prstGeom>
              </p:spPr>
            </p:pic>
            <p:sp>
              <p:nvSpPr>
                <p:cNvPr id="53" name="TextBox 52"/>
                <p:cNvSpPr txBox="1"/>
                <p:nvPr userDrawn="1"/>
              </p:nvSpPr>
              <p:spPr>
                <a:xfrm>
                  <a:off x="-3958697" y="9522560"/>
                  <a:ext cx="779337" cy="303551"/>
                </a:xfrm>
                <a:prstGeom prst="rect">
                  <a:avLst/>
                </a:prstGeom>
                <a:solidFill>
                  <a:schemeClr val="accent1"/>
                </a:solidFill>
                <a:ln>
                  <a:noFill/>
                </a:ln>
              </p:spPr>
              <p:txBody>
                <a:bodyPr wrap="square" lIns="91440" tIns="91440" rIns="91440" bIns="91440" rtlCol="0">
                  <a:spAutoFit/>
                </a:bodyPr>
                <a:lstStyle/>
                <a:p>
                  <a:pPr algn="ctr"/>
                  <a:r>
                    <a:rPr lang="en-US" sz="1800" b="1" dirty="0">
                      <a:solidFill>
                        <a:schemeClr val="tx1"/>
                      </a:solidFill>
                    </a:rPr>
                    <a:t>ORIGINAL</a:t>
                  </a:r>
                </a:p>
              </p:txBody>
            </p:sp>
          </p:grpSp>
          <p:grpSp>
            <p:nvGrpSpPr>
              <p:cNvPr id="47" name="Group 46"/>
              <p:cNvGrpSpPr/>
              <p:nvPr userDrawn="1"/>
            </p:nvGrpSpPr>
            <p:grpSpPr>
              <a:xfrm>
                <a:off x="-2033159" y="9252359"/>
                <a:ext cx="1033517" cy="907388"/>
                <a:chOff x="-2921738" y="8714808"/>
                <a:chExt cx="1420279" cy="1246948"/>
              </a:xfrm>
            </p:grpSpPr>
            <p:pic>
              <p:nvPicPr>
                <p:cNvPr id="50" name="Picture 49"/>
                <p:cNvPicPr>
                  <a:picLocks noChangeAspect="1"/>
                </p:cNvPicPr>
                <p:nvPr userDrawn="1"/>
              </p:nvPicPr>
              <p:blipFill>
                <a:blip r:embed="rId6"/>
                <a:stretch>
                  <a:fillRect/>
                </a:stretch>
              </p:blipFill>
              <p:spPr>
                <a:xfrm>
                  <a:off x="-2921738" y="8714808"/>
                  <a:ext cx="1420279" cy="1029694"/>
                </a:xfrm>
                <a:prstGeom prst="rect">
                  <a:avLst/>
                </a:prstGeom>
              </p:spPr>
            </p:pic>
            <p:sp>
              <p:nvSpPr>
                <p:cNvPr id="51" name="TextBox 50"/>
                <p:cNvSpPr txBox="1"/>
                <p:nvPr userDrawn="1"/>
              </p:nvSpPr>
              <p:spPr>
                <a:xfrm>
                  <a:off x="-2918991" y="9670656"/>
                  <a:ext cx="1417532" cy="291100"/>
                </a:xfrm>
                <a:prstGeom prst="rect">
                  <a:avLst/>
                </a:prstGeom>
                <a:solidFill>
                  <a:srgbClr val="FF0000"/>
                </a:solidFill>
              </p:spPr>
              <p:txBody>
                <a:bodyPr wrap="square" lIns="457200" tIns="91440" rIns="457200" bIns="91440" rtlCol="0">
                  <a:spAutoFit/>
                </a:bodyPr>
                <a:lstStyle/>
                <a:p>
                  <a:pPr algn="ctr"/>
                  <a:r>
                    <a:rPr lang="en-US" sz="1800" b="1" dirty="0">
                      <a:solidFill>
                        <a:schemeClr val="bg1"/>
                      </a:solidFill>
                    </a:rPr>
                    <a:t>DISTORTED</a:t>
                  </a:r>
                  <a:endParaRPr lang="en-US" sz="810" b="1" dirty="0">
                    <a:solidFill>
                      <a:schemeClr val="bg1"/>
                    </a:solidFill>
                  </a:endParaRPr>
                </a:p>
              </p:txBody>
            </p:sp>
          </p:grpSp>
          <p:pic>
            <p:nvPicPr>
              <p:cNvPr id="48" name="Picture 47"/>
              <p:cNvPicPr>
                <a:picLocks noChangeAspect="1"/>
              </p:cNvPicPr>
              <p:nvPr userDrawn="1"/>
            </p:nvPicPr>
            <p:blipFill>
              <a:blip r:embed="rId7"/>
              <a:stretch>
                <a:fillRect/>
              </a:stretch>
            </p:blipFill>
            <p:spPr>
              <a:xfrm>
                <a:off x="-4470427" y="9208123"/>
                <a:ext cx="1098742" cy="847761"/>
              </a:xfrm>
              <a:prstGeom prst="rect">
                <a:avLst/>
              </a:prstGeom>
            </p:spPr>
          </p:pic>
          <p:sp>
            <p:nvSpPr>
              <p:cNvPr id="49" name="TextBox 48"/>
              <p:cNvSpPr txBox="1"/>
              <p:nvPr userDrawn="1"/>
            </p:nvSpPr>
            <p:spPr>
              <a:xfrm>
                <a:off x="-4440600" y="9857111"/>
                <a:ext cx="1035685" cy="313508"/>
              </a:xfrm>
              <a:prstGeom prst="rect">
                <a:avLst/>
              </a:prstGeom>
              <a:noFill/>
            </p:spPr>
            <p:txBody>
              <a:bodyPr wrap="square" lIns="457200" tIns="457200" rIns="457200" bIns="0" rtlCol="0">
                <a:spAutoFit/>
              </a:bodyPr>
              <a:lstStyle/>
              <a:p>
                <a:pPr algn="ctr"/>
                <a:r>
                  <a:rPr lang="en-US" sz="1440" dirty="0">
                    <a:solidFill>
                      <a:schemeClr val="bg1"/>
                    </a:solidFill>
                  </a:rPr>
                  <a:t>Corner</a:t>
                </a:r>
                <a:r>
                  <a:rPr lang="en-US" sz="1440" baseline="0" dirty="0">
                    <a:solidFill>
                      <a:schemeClr val="bg1"/>
                    </a:solidFill>
                  </a:rPr>
                  <a:t> handles</a:t>
                </a:r>
                <a:endParaRPr lang="en-US" sz="1440" dirty="0">
                  <a:solidFill>
                    <a:schemeClr val="bg1"/>
                  </a:solidFill>
                </a:endParaRPr>
              </a:p>
            </p:txBody>
          </p:sp>
        </p:grpSp>
        <p:grpSp>
          <p:nvGrpSpPr>
            <p:cNvPr id="37" name="Group 36"/>
            <p:cNvGrpSpPr/>
            <p:nvPr userDrawn="1"/>
          </p:nvGrpSpPr>
          <p:grpSpPr>
            <a:xfrm>
              <a:off x="-10395497" y="23738190"/>
              <a:ext cx="9316420" cy="2453251"/>
              <a:chOff x="-4753477" y="10890292"/>
              <a:chExt cx="4293521" cy="1127128"/>
            </a:xfrm>
          </p:grpSpPr>
          <p:graphicFrame>
            <p:nvGraphicFramePr>
              <p:cNvPr id="38" name="Object 37"/>
              <p:cNvGraphicFramePr>
                <a:graphicFrameLocks noChangeAspect="1"/>
              </p:cNvGraphicFramePr>
              <p:nvPr userDrawn="1">
                <p:extLst>
                  <p:ext uri="{D42A27DB-BD31-4B8C-83A1-F6EECF244321}">
                    <p14:modId xmlns:p14="http://schemas.microsoft.com/office/powerpoint/2010/main" val="3213247783"/>
                  </p:ext>
                </p:extLst>
              </p:nvPr>
            </p:nvGraphicFramePr>
            <p:xfrm>
              <a:off x="-4533347" y="10890299"/>
              <a:ext cx="1828800" cy="1117600"/>
            </p:xfrm>
            <a:graphic>
              <a:graphicData uri="http://schemas.openxmlformats.org/presentationml/2006/ole">
                <mc:AlternateContent xmlns:mc="http://schemas.openxmlformats.org/markup-compatibility/2006">
                  <mc:Choice xmlns:v="urn:schemas-microsoft-com:vml" Requires="v">
                    <p:oleObj spid="_x0000_s1286" name="Image" r:id="rId8" imgW="1828440" imgH="1117440" progId="Photoshop.Image.13">
                      <p:embed/>
                    </p:oleObj>
                  </mc:Choice>
                  <mc:Fallback>
                    <p:oleObj name="Image" r:id="rId8" imgW="1828440" imgH="1117440" progId="Photoshop.Image.13">
                      <p:embed/>
                      <p:pic>
                        <p:nvPicPr>
                          <p:cNvPr id="0" name=""/>
                          <p:cNvPicPr/>
                          <p:nvPr/>
                        </p:nvPicPr>
                        <p:blipFill>
                          <a:blip r:embed="rId9"/>
                          <a:stretch>
                            <a:fillRect/>
                          </a:stretch>
                        </p:blipFill>
                        <p:spPr>
                          <a:xfrm>
                            <a:off x="-4533347" y="10890299"/>
                            <a:ext cx="1828800" cy="1117600"/>
                          </a:xfrm>
                          <a:prstGeom prst="rect">
                            <a:avLst/>
                          </a:prstGeom>
                        </p:spPr>
                      </p:pic>
                    </p:oleObj>
                  </mc:Fallback>
                </mc:AlternateContent>
              </a:graphicData>
            </a:graphic>
          </p:graphicFrame>
          <p:graphicFrame>
            <p:nvGraphicFramePr>
              <p:cNvPr id="39" name="Object 38"/>
              <p:cNvGraphicFramePr>
                <a:graphicFrameLocks noChangeAspect="1"/>
              </p:cNvGraphicFramePr>
              <p:nvPr userDrawn="1">
                <p:extLst>
                  <p:ext uri="{D42A27DB-BD31-4B8C-83A1-F6EECF244321}">
                    <p14:modId xmlns:p14="http://schemas.microsoft.com/office/powerpoint/2010/main" val="3514347268"/>
                  </p:ext>
                </p:extLst>
              </p:nvPr>
            </p:nvGraphicFramePr>
            <p:xfrm>
              <a:off x="-2456641" y="10893992"/>
              <a:ext cx="1828800" cy="1117600"/>
            </p:xfrm>
            <a:graphic>
              <a:graphicData uri="http://schemas.openxmlformats.org/presentationml/2006/ole">
                <mc:AlternateContent xmlns:mc="http://schemas.openxmlformats.org/markup-compatibility/2006">
                  <mc:Choice xmlns:v="urn:schemas-microsoft-com:vml" Requires="v">
                    <p:oleObj spid="_x0000_s1287" name="Image" r:id="rId10" imgW="1828440" imgH="1117440" progId="Photoshop.Image.13">
                      <p:embed/>
                    </p:oleObj>
                  </mc:Choice>
                  <mc:Fallback>
                    <p:oleObj name="Image" r:id="rId10" imgW="1828440" imgH="1117440" progId="Photoshop.Image.13">
                      <p:embed/>
                      <p:pic>
                        <p:nvPicPr>
                          <p:cNvPr id="0" name=""/>
                          <p:cNvPicPr/>
                          <p:nvPr/>
                        </p:nvPicPr>
                        <p:blipFill>
                          <a:blip r:embed="rId11"/>
                          <a:stretch>
                            <a:fillRect/>
                          </a:stretch>
                        </p:blipFill>
                        <p:spPr>
                          <a:xfrm>
                            <a:off x="-2456641" y="10893992"/>
                            <a:ext cx="1828800" cy="1117600"/>
                          </a:xfrm>
                          <a:prstGeom prst="rect">
                            <a:avLst/>
                          </a:prstGeom>
                        </p:spPr>
                      </p:pic>
                    </p:oleObj>
                  </mc:Fallback>
                </mc:AlternateContent>
              </a:graphicData>
            </a:graphic>
          </p:graphicFrame>
          <p:sp>
            <p:nvSpPr>
              <p:cNvPr id="41" name="TextBox 40"/>
              <p:cNvSpPr txBox="1"/>
              <p:nvPr userDrawn="1"/>
            </p:nvSpPr>
            <p:spPr>
              <a:xfrm rot="16200000">
                <a:off x="-5235785" y="11372600"/>
                <a:ext cx="1117601" cy="152986"/>
              </a:xfrm>
              <a:prstGeom prst="rect">
                <a:avLst/>
              </a:prstGeom>
              <a:noFill/>
            </p:spPr>
            <p:txBody>
              <a:bodyPr wrap="square" lIns="91440" tIns="91440" rIns="91440" bIns="0" rtlCol="0">
                <a:spAutoFit/>
              </a:bodyPr>
              <a:lstStyle/>
              <a:p>
                <a:pPr algn="ctr"/>
                <a:r>
                  <a:rPr lang="en-US" sz="1800" dirty="0">
                    <a:solidFill>
                      <a:srgbClr val="92D050"/>
                    </a:solidFill>
                  </a:rPr>
                  <a:t>Good</a:t>
                </a:r>
                <a:r>
                  <a:rPr lang="en-US" sz="1800" baseline="0" dirty="0">
                    <a:solidFill>
                      <a:srgbClr val="92D050"/>
                    </a:solidFill>
                  </a:rPr>
                  <a:t> </a:t>
                </a:r>
                <a:r>
                  <a:rPr lang="en-US" sz="1800" baseline="0" dirty="0">
                    <a:solidFill>
                      <a:schemeClr val="bg1"/>
                    </a:solidFill>
                  </a:rPr>
                  <a:t>printing quality</a:t>
                </a:r>
                <a:endParaRPr lang="en-US" sz="1800" dirty="0">
                  <a:solidFill>
                    <a:schemeClr val="bg1"/>
                  </a:solidFill>
                </a:endParaRPr>
              </a:p>
            </p:txBody>
          </p:sp>
          <p:sp>
            <p:nvSpPr>
              <p:cNvPr id="45" name="TextBox 44"/>
              <p:cNvSpPr txBox="1"/>
              <p:nvPr userDrawn="1"/>
            </p:nvSpPr>
            <p:spPr>
              <a:xfrm rot="16200000">
                <a:off x="-1095250" y="11382127"/>
                <a:ext cx="1117601" cy="152986"/>
              </a:xfrm>
              <a:prstGeom prst="rect">
                <a:avLst/>
              </a:prstGeom>
              <a:noFill/>
            </p:spPr>
            <p:txBody>
              <a:bodyPr wrap="square" lIns="91440" tIns="91440" rIns="91440" bIns="0" rtlCol="0">
                <a:spAutoFit/>
              </a:bodyPr>
              <a:lstStyle/>
              <a:p>
                <a:pPr algn="ctr"/>
                <a:r>
                  <a:rPr lang="en-US" sz="1800" dirty="0">
                    <a:solidFill>
                      <a:srgbClr val="FF0000"/>
                    </a:solidFill>
                  </a:rPr>
                  <a:t>Bad </a:t>
                </a:r>
                <a:r>
                  <a:rPr lang="en-US" sz="1800" dirty="0">
                    <a:solidFill>
                      <a:schemeClr val="bg1"/>
                    </a:solidFill>
                  </a:rPr>
                  <a:t>printing quality</a:t>
                </a:r>
              </a:p>
            </p:txBody>
          </p:sp>
        </p:grpSp>
      </p:grpSp>
      <p:grpSp>
        <p:nvGrpSpPr>
          <p:cNvPr id="54" name="Group 53"/>
          <p:cNvGrpSpPr/>
          <p:nvPr userDrawn="1"/>
        </p:nvGrpSpPr>
        <p:grpSpPr>
          <a:xfrm>
            <a:off x="27804389" y="1"/>
            <a:ext cx="12284832" cy="32956206"/>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3600" b="1" spc="540" dirty="0">
                  <a:solidFill>
                    <a:schemeClr val="bg1"/>
                  </a:solidFill>
                  <a:latin typeface="Trebuchet MS" pitchFamily="34" charset="0"/>
                </a:rPr>
                <a:t>QUICK START (cont.)</a:t>
              </a:r>
            </a:p>
            <a:p>
              <a:pPr algn="ctr"/>
              <a:endParaRPr lang="en-US" sz="3240" b="1" baseline="0" dirty="0">
                <a:solidFill>
                  <a:schemeClr val="bg1"/>
                </a:solidFill>
                <a:latin typeface="Trebuchet MS" pitchFamily="34" charset="0"/>
              </a:endParaRPr>
            </a:p>
            <a:p>
              <a:pPr algn="ctr"/>
              <a:r>
                <a:rPr lang="en-US" sz="2880" b="1" baseline="0" dirty="0">
                  <a:solidFill>
                    <a:srgbClr val="FFC000"/>
                  </a:solidFill>
                  <a:latin typeface="Trebuchet MS" pitchFamily="34" charset="0"/>
                </a:rPr>
                <a:t>How to change the template color theme</a:t>
              </a:r>
            </a:p>
            <a:p>
              <a:pPr marL="0" marR="0" lvl="2" indent="0" algn="l" defTabSz="102870" rtl="0" eaLnBrk="1" fontAlgn="auto" latinLnBrk="0" hangingPunct="1">
                <a:lnSpc>
                  <a:spcPct val="100000"/>
                </a:lnSpc>
                <a:spcBef>
                  <a:spcPts val="0"/>
                </a:spcBef>
                <a:spcAft>
                  <a:spcPts val="0"/>
                </a:spcAft>
                <a:buClrTx/>
                <a:buSzTx/>
                <a:buFontTx/>
                <a:buNone/>
                <a:tabLst/>
                <a:defRPr/>
              </a:pPr>
              <a:r>
                <a:rPr lang="en-US" sz="216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160" b="0" spc="0" baseline="0" dirty="0">
                  <a:solidFill>
                    <a:schemeClr val="bg1">
                      <a:lumMod val="75000"/>
                    </a:schemeClr>
                  </a:solidFill>
                  <a:latin typeface="Trebuchet MS" pitchFamily="34" charset="0"/>
                </a:rPr>
                <a:t>also create your own color theme.</a:t>
              </a:r>
            </a:p>
            <a:p>
              <a:pPr marL="0" marR="0" lvl="2" indent="0" algn="l" defTabSz="102870" rtl="0" eaLnBrk="1" fontAlgn="auto" latinLnBrk="0" hangingPunct="1">
                <a:lnSpc>
                  <a:spcPct val="100000"/>
                </a:lnSpc>
                <a:spcBef>
                  <a:spcPts val="0"/>
                </a:spcBef>
                <a:spcAft>
                  <a:spcPts val="0"/>
                </a:spcAft>
                <a:buClrTx/>
                <a:buSzTx/>
                <a:buFontTx/>
                <a:buNone/>
                <a:tabLst/>
                <a:defRPr/>
              </a:pPr>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r>
                <a:rPr lang="en-US" sz="216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02870"/>
              <a:endParaRPr lang="en-US" sz="2160" b="0" baseline="0" dirty="0">
                <a:solidFill>
                  <a:schemeClr val="bg1">
                    <a:lumMod val="75000"/>
                  </a:schemeClr>
                </a:solidFill>
                <a:latin typeface="Trebuchet MS" pitchFamily="34" charset="0"/>
              </a:endParaRPr>
            </a:p>
            <a:p>
              <a:pPr algn="ctr"/>
              <a:r>
                <a:rPr lang="en-US" sz="2880" b="1" baseline="0" dirty="0">
                  <a:solidFill>
                    <a:srgbClr val="FFC000"/>
                  </a:solidFill>
                  <a:latin typeface="Trebuchet MS" pitchFamily="34" charset="0"/>
                </a:rPr>
                <a:t>How to add Text</a:t>
              </a:r>
            </a:p>
            <a:p>
              <a:pPr marL="3086100" lvl="2" indent="0" algn="l" defTabSz="102870"/>
              <a:r>
                <a:rPr lang="en-US" sz="216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366507" lvl="2" indent="0" algn="l" defTabSz="102870"/>
              <a:endParaRPr lang="en-US" sz="2160" b="0" baseline="0" dirty="0">
                <a:solidFill>
                  <a:schemeClr val="bg1">
                    <a:lumMod val="75000"/>
                  </a:schemeClr>
                </a:solidFill>
                <a:latin typeface="Trebuchet MS" pitchFamily="34" charset="0"/>
              </a:endParaRPr>
            </a:p>
            <a:p>
              <a:pPr marL="0" marR="0" lvl="0" indent="0" algn="ctr" defTabSz="1366507" rtl="0" eaLnBrk="1" fontAlgn="auto" latinLnBrk="0" hangingPunct="1">
                <a:lnSpc>
                  <a:spcPct val="100000"/>
                </a:lnSpc>
                <a:spcBef>
                  <a:spcPts val="0"/>
                </a:spcBef>
                <a:spcAft>
                  <a:spcPts val="0"/>
                </a:spcAft>
                <a:buClrTx/>
                <a:buSzTx/>
                <a:buFontTx/>
                <a:buNone/>
                <a:tabLst/>
                <a:defRPr/>
              </a:pPr>
              <a:r>
                <a:rPr lang="en-US" sz="2160" b="0" baseline="0" dirty="0">
                  <a:solidFill>
                    <a:schemeClr val="bg1">
                      <a:lumMod val="75000"/>
                    </a:schemeClr>
                  </a:solidFill>
                  <a:latin typeface="Trebuchet MS" pitchFamily="34" charset="0"/>
                </a:rPr>
                <a:t> </a:t>
              </a:r>
              <a:r>
                <a:rPr kumimoji="0" lang="en-US" sz="288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02870" rtl="0" eaLnBrk="1" fontAlgn="auto" latinLnBrk="0" hangingPunct="1">
                <a:lnSpc>
                  <a:spcPct val="100000"/>
                </a:lnSpc>
                <a:spcBef>
                  <a:spcPts val="0"/>
                </a:spcBef>
                <a:spcAft>
                  <a:spcPts val="0"/>
                </a:spcAft>
                <a:buClrTx/>
                <a:buSzTx/>
                <a:buFontTx/>
                <a:buNone/>
                <a:tabLst/>
                <a:defRPr/>
              </a:pP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a:t>
              </a:r>
              <a:b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b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The default template text offers a good starting point. Follow the conference requirements.</a:t>
              </a:r>
              <a:endParaRPr lang="en-US" sz="2160" b="0" baseline="0" dirty="0">
                <a:solidFill>
                  <a:schemeClr val="bg1">
                    <a:lumMod val="75000"/>
                  </a:schemeClr>
                </a:solidFill>
                <a:latin typeface="Trebuchet MS" pitchFamily="34" charset="0"/>
              </a:endParaRPr>
            </a:p>
            <a:p>
              <a:pPr marL="1366507" lvl="2" indent="0" algn="l" defTabSz="102870"/>
              <a:endParaRPr lang="en-US" sz="2160" b="0" baseline="0" dirty="0">
                <a:solidFill>
                  <a:schemeClr val="bg1">
                    <a:lumMod val="75000"/>
                  </a:schemeClr>
                </a:solidFill>
                <a:latin typeface="Trebuchet MS" pitchFamily="34" charset="0"/>
              </a:endParaRPr>
            </a:p>
            <a:p>
              <a:pPr algn="ctr"/>
              <a:r>
                <a:rPr lang="en-US" sz="2880" b="1" baseline="0" dirty="0">
                  <a:solidFill>
                    <a:srgbClr val="FFC000"/>
                  </a:solidFill>
                  <a:latin typeface="Trebuchet MS" pitchFamily="34" charset="0"/>
                </a:rPr>
                <a:t>How to add Tables</a:t>
              </a:r>
            </a:p>
            <a:p>
              <a:pPr marL="1800225" lvl="1" indent="0" algn="l" defTabSz="102870"/>
              <a:r>
                <a:rPr lang="en-US" sz="2160" b="0" baseline="0" dirty="0">
                  <a:solidFill>
                    <a:schemeClr val="bg1">
                      <a:lumMod val="75000"/>
                    </a:schemeClr>
                  </a:solidFill>
                  <a:latin typeface="Trebuchet MS" pitchFamily="34" charset="0"/>
                </a:rPr>
                <a:t>To add a table from scratch go to the INSERT menu and </a:t>
              </a:r>
              <a:br>
                <a:rPr lang="en-US" sz="2160" b="0" baseline="0" dirty="0">
                  <a:solidFill>
                    <a:schemeClr val="bg1">
                      <a:lumMod val="75000"/>
                    </a:schemeClr>
                  </a:solidFill>
                  <a:latin typeface="Trebuchet MS" pitchFamily="34" charset="0"/>
                </a:rPr>
              </a:br>
              <a:r>
                <a:rPr lang="en-US" sz="2160" b="0" baseline="0" dirty="0">
                  <a:solidFill>
                    <a:schemeClr val="bg1">
                      <a:lumMod val="75000"/>
                    </a:schemeClr>
                  </a:solidFill>
                  <a:latin typeface="Trebuchet MS" pitchFamily="34" charset="0"/>
                </a:rPr>
                <a:t>click on TABLE. A drop-down box will help you select rows and columns. </a:t>
              </a:r>
            </a:p>
            <a:p>
              <a:pPr marL="0" lvl="0" indent="0" algn="l" defTabSz="102870"/>
              <a:r>
                <a:rPr lang="en-US" sz="216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02870"/>
              <a:endParaRPr lang="en-US" sz="2160" b="0" baseline="0" dirty="0">
                <a:solidFill>
                  <a:schemeClr val="bg1">
                    <a:lumMod val="75000"/>
                  </a:schemeClr>
                </a:solidFill>
                <a:latin typeface="Trebuchet MS" pitchFamily="34" charset="0"/>
              </a:endParaRPr>
            </a:p>
            <a:p>
              <a:pPr marL="0" marR="0" lvl="0" indent="0" algn="ctr" defTabSz="1366507" rtl="0" eaLnBrk="1" fontAlgn="auto" latinLnBrk="0" hangingPunct="1">
                <a:lnSpc>
                  <a:spcPct val="100000"/>
                </a:lnSpc>
                <a:spcBef>
                  <a:spcPts val="0"/>
                </a:spcBef>
                <a:spcAft>
                  <a:spcPts val="0"/>
                </a:spcAft>
                <a:buClrTx/>
                <a:buSzTx/>
                <a:buFontTx/>
                <a:buNone/>
                <a:tabLst/>
                <a:defRPr/>
              </a:pPr>
              <a:r>
                <a:rPr kumimoji="0" lang="en-US" sz="288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02870" rtl="0" eaLnBrk="1" fontAlgn="auto" latinLnBrk="0" hangingPunct="1">
                <a:lnSpc>
                  <a:spcPct val="100000"/>
                </a:lnSpc>
                <a:spcBef>
                  <a:spcPts val="0"/>
                </a:spcBef>
                <a:spcAft>
                  <a:spcPts val="0"/>
                </a:spcAft>
                <a:buClrTx/>
                <a:buSzTx/>
                <a:buFontTx/>
                <a:buNone/>
                <a:tabLst/>
                <a:defRPr/>
              </a:pP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0287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366507" rtl="0" eaLnBrk="1" fontAlgn="auto" latinLnBrk="0" hangingPunct="1">
                <a:lnSpc>
                  <a:spcPct val="100000"/>
                </a:lnSpc>
                <a:spcBef>
                  <a:spcPts val="0"/>
                </a:spcBef>
                <a:spcAft>
                  <a:spcPts val="0"/>
                </a:spcAft>
                <a:buClrTx/>
                <a:buSzTx/>
                <a:buFontTx/>
                <a:buNone/>
                <a:tabLst/>
                <a:defRPr/>
              </a:pPr>
              <a:r>
                <a:rPr kumimoji="0" lang="en-US" sz="288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02870" rtl="0" eaLnBrk="1" fontAlgn="auto" latinLnBrk="0" hangingPunct="1">
                <a:lnSpc>
                  <a:spcPct val="100000"/>
                </a:lnSpc>
                <a:spcBef>
                  <a:spcPts val="0"/>
                </a:spcBef>
                <a:spcAft>
                  <a:spcPts val="0"/>
                </a:spcAft>
                <a:buClrTx/>
                <a:buSzTx/>
                <a:buFontTx/>
                <a:buNone/>
                <a:tabLst/>
                <a:defRPr/>
              </a:pP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366507" rtl="0" eaLnBrk="1" fontAlgn="auto" latinLnBrk="0" hangingPunct="1">
                <a:lnSpc>
                  <a:spcPct val="100000"/>
                </a:lnSpc>
                <a:spcBef>
                  <a:spcPts val="0"/>
                </a:spcBef>
                <a:spcAft>
                  <a:spcPts val="0"/>
                </a:spcAft>
                <a:buClrTx/>
                <a:buSzTx/>
                <a:buFontTx/>
                <a:buNone/>
                <a:tabLst/>
                <a:defRPr/>
              </a:pPr>
              <a:endParaRPr kumimoji="0" lang="en-US" sz="288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366507" rtl="0" eaLnBrk="1" fontAlgn="auto" latinLnBrk="0" hangingPunct="1">
                <a:lnSpc>
                  <a:spcPct val="100000"/>
                </a:lnSpc>
                <a:spcBef>
                  <a:spcPts val="0"/>
                </a:spcBef>
                <a:spcAft>
                  <a:spcPts val="0"/>
                </a:spcAft>
                <a:buClrTx/>
                <a:buSzTx/>
                <a:buFontTx/>
                <a:buNone/>
                <a:tabLst/>
                <a:defRPr/>
              </a:pPr>
              <a:r>
                <a:rPr kumimoji="0" lang="en-US" sz="288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02870" rtl="0" eaLnBrk="1" fontAlgn="auto" latinLnBrk="0" hangingPunct="1">
                <a:lnSpc>
                  <a:spcPct val="100000"/>
                </a:lnSpc>
                <a:spcBef>
                  <a:spcPts val="0"/>
                </a:spcBef>
                <a:spcAft>
                  <a:spcPts val="0"/>
                </a:spcAft>
                <a:buClrTx/>
                <a:buSzTx/>
                <a:buFontTx/>
                <a:buNone/>
                <a:tabLst/>
                <a:defRPr/>
              </a:pP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0287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366507" rtl="0" eaLnBrk="1" fontAlgn="auto" latinLnBrk="0" hangingPunct="1">
                <a:lnSpc>
                  <a:spcPct val="100000"/>
                </a:lnSpc>
                <a:spcBef>
                  <a:spcPts val="0"/>
                </a:spcBef>
                <a:spcAft>
                  <a:spcPts val="0"/>
                </a:spcAft>
                <a:buClrTx/>
                <a:buSzTx/>
                <a:buFontTx/>
                <a:buNone/>
                <a:tabLst/>
                <a:defRPr/>
              </a:pPr>
              <a:r>
                <a:rPr kumimoji="0" lang="en-US" sz="288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02870" rtl="0" eaLnBrk="1" fontAlgn="auto" latinLnBrk="0" hangingPunct="1">
                <a:lnSpc>
                  <a:spcPct val="100000"/>
                </a:lnSpc>
                <a:spcBef>
                  <a:spcPts val="0"/>
                </a:spcBef>
                <a:spcAft>
                  <a:spcPts val="0"/>
                </a:spcAft>
                <a:buClrTx/>
                <a:buSzTx/>
                <a:buFontTx/>
                <a:buNone/>
                <a:tabLst/>
                <a:defRPr/>
              </a:pP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02870" rtl="0" eaLnBrk="1" fontAlgn="auto" latinLnBrk="0" hangingPunct="1">
                <a:lnSpc>
                  <a:spcPct val="100000"/>
                </a:lnSpc>
                <a:spcBef>
                  <a:spcPts val="0"/>
                </a:spcBef>
                <a:spcAft>
                  <a:spcPts val="0"/>
                </a:spcAft>
                <a:buClrTx/>
                <a:buSzTx/>
                <a:buFontTx/>
                <a:buNone/>
                <a:tabLst/>
                <a:defRPr/>
              </a:pPr>
              <a:endParaRPr lang="en-US" sz="2160" b="0" baseline="0" dirty="0">
                <a:solidFill>
                  <a:schemeClr val="bg1">
                    <a:lumMod val="75000"/>
                  </a:schemeClr>
                </a:solidFill>
                <a:latin typeface="Trebuchet MS" pitchFamily="34" charset="0"/>
              </a:endParaRPr>
            </a:p>
            <a:p>
              <a:pPr marL="0" marR="0" lvl="0" indent="0" algn="ctr" defTabSz="1366507" rtl="0" eaLnBrk="1" fontAlgn="auto" latinLnBrk="0" hangingPunct="1">
                <a:lnSpc>
                  <a:spcPct val="100000"/>
                </a:lnSpc>
                <a:spcBef>
                  <a:spcPts val="0"/>
                </a:spcBef>
                <a:spcAft>
                  <a:spcPts val="0"/>
                </a:spcAft>
                <a:buClrTx/>
                <a:buSzTx/>
                <a:buFontTx/>
                <a:buNone/>
                <a:tabLst/>
                <a:defRPr/>
              </a:pPr>
              <a:r>
                <a:rPr kumimoji="0" lang="en-US" sz="288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02870" rtl="0" eaLnBrk="1" fontAlgn="auto" latinLnBrk="0" hangingPunct="1">
                <a:lnSpc>
                  <a:spcPct val="100000"/>
                </a:lnSpc>
                <a:spcBef>
                  <a:spcPts val="0"/>
                </a:spcBef>
                <a:spcAft>
                  <a:spcPts val="0"/>
                </a:spcAft>
                <a:buClrTx/>
                <a:buSzTx/>
                <a:buFontTx/>
                <a:buNone/>
                <a:tabLst/>
                <a:defRPr/>
              </a:pP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02870" rtl="0" eaLnBrk="1" fontAlgn="auto" latinLnBrk="0" hangingPunct="1">
                <a:lnSpc>
                  <a:spcPct val="100000"/>
                </a:lnSpc>
                <a:spcBef>
                  <a:spcPts val="0"/>
                </a:spcBef>
                <a:spcAft>
                  <a:spcPts val="0"/>
                </a:spcAft>
                <a:buClrTx/>
                <a:buSzTx/>
                <a:buFontTx/>
                <a:buNone/>
                <a:tabLst/>
                <a:defRPr/>
              </a:pPr>
              <a:endParaRPr kumimoji="0" lang="en-US" sz="252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737471570"/>
                </p:ext>
              </p:extLst>
            </p:nvPr>
          </p:nvGraphicFramePr>
          <p:xfrm>
            <a:off x="46871237" y="3286607"/>
            <a:ext cx="5586150" cy="2063772"/>
          </p:xfrm>
          <a:graphic>
            <a:graphicData uri="http://schemas.openxmlformats.org/presentationml/2006/ole">
              <mc:AlternateContent xmlns:mc="http://schemas.openxmlformats.org/markup-compatibility/2006">
                <mc:Choice xmlns:v="urn:schemas-microsoft-com:vml" Requires="v">
                  <p:oleObj spid="_x0000_s1288" name="Image" r:id="rId12" imgW="4571280" imgH="1688760" progId="Photoshop.Image.13">
                    <p:embed/>
                  </p:oleObj>
                </mc:Choice>
                <mc:Fallback>
                  <p:oleObj name="Image" r:id="rId12" imgW="4571280" imgH="1688760" progId="Photoshop.Image.13">
                    <p:embed/>
                    <p:pic>
                      <p:nvPicPr>
                        <p:cNvPr id="0" name=""/>
                        <p:cNvPicPr/>
                        <p:nvPr/>
                      </p:nvPicPr>
                      <p:blipFill>
                        <a:blip r:embed="rId13"/>
                        <a:stretch>
                          <a:fillRect/>
                        </a:stretch>
                      </p:blipFill>
                      <p:spPr>
                        <a:xfrm>
                          <a:off x="46871237" y="3286607"/>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4"/>
            <a:stretch>
              <a:fillRect/>
            </a:stretch>
          </p:blipFill>
          <p:spPr>
            <a:xfrm>
              <a:off x="44487207" y="7579895"/>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662991869"/>
                </p:ext>
              </p:extLst>
            </p:nvPr>
          </p:nvGraphicFramePr>
          <p:xfrm>
            <a:off x="44629619" y="11328671"/>
            <a:ext cx="1482266" cy="992162"/>
          </p:xfrm>
          <a:graphic>
            <a:graphicData uri="http://schemas.openxmlformats.org/presentationml/2006/ole">
              <mc:AlternateContent xmlns:mc="http://schemas.openxmlformats.org/markup-compatibility/2006">
                <mc:Choice xmlns:v="urn:schemas-microsoft-com:vml" Requires="v">
                  <p:oleObj spid="_x0000_s1289" name="Image" r:id="rId15" imgW="1574280" imgH="1053720" progId="Photoshop.Image.13">
                    <p:embed/>
                  </p:oleObj>
                </mc:Choice>
                <mc:Fallback>
                  <p:oleObj name="Image" r:id="rId15" imgW="1574280" imgH="1053720" progId="Photoshop.Image.13">
                    <p:embed/>
                    <p:pic>
                      <p:nvPicPr>
                        <p:cNvPr id="0" name=""/>
                        <p:cNvPicPr/>
                        <p:nvPr/>
                      </p:nvPicPr>
                      <p:blipFill>
                        <a:blip r:embed="rId16"/>
                        <a:stretch>
                          <a:fillRect/>
                        </a:stretch>
                      </p:blipFill>
                      <p:spPr>
                        <a:xfrm>
                          <a:off x="44629619" y="11328671"/>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60"/>
              </a:p>
            </p:txBody>
          </p:sp>
          <p:pic>
            <p:nvPicPr>
              <p:cNvPr id="62" name="Picture 7" descr="http://t2.gstatic.com/images?q=tbn:ANd9GcR4APHC6TT9w54M2zn_pvCiBxUNcspYPoVxirLRphBoJabfSvu7zw">
                <a:hlinkClick r:id="rId17"/>
              </p:cNvPr>
              <p:cNvPicPr>
                <a:picLocks noChangeAspect="1" noChangeArrowheads="1"/>
              </p:cNvPicPr>
              <p:nvPr userDrawn="1"/>
            </p:nvPicPr>
            <p:blipFill>
              <a:blip r:embed="rId18"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652787"/>
              </a:xfrm>
              <a:prstGeom prst="rect">
                <a:avLst/>
              </a:prstGeom>
              <a:noFill/>
              <a:ln>
                <a:noFill/>
              </a:ln>
            </p:spPr>
            <p:txBody>
              <a:bodyPr wrap="square" rtlCol="0">
                <a:spAutoFit/>
              </a:bodyPr>
              <a:lstStyle/>
              <a:p>
                <a:r>
                  <a:rPr lang="en-US" sz="2160" dirty="0">
                    <a:solidFill>
                      <a:schemeClr val="tx2"/>
                    </a:solidFill>
                    <a:latin typeface="Trebuchet MS" pitchFamily="34" charset="0"/>
                  </a:rPr>
                  <a:t>Student</a:t>
                </a:r>
                <a:r>
                  <a:rPr lang="en-US" sz="2160" baseline="0" dirty="0">
                    <a:solidFill>
                      <a:schemeClr val="tx2"/>
                    </a:solidFill>
                    <a:latin typeface="Trebuchet MS" pitchFamily="34" charset="0"/>
                  </a:rPr>
                  <a:t> discounts are available on our </a:t>
                </a:r>
                <a:r>
                  <a:rPr lang="en-US" sz="2160" baseline="0" dirty="0" err="1">
                    <a:solidFill>
                      <a:schemeClr val="tx2"/>
                    </a:solidFill>
                    <a:latin typeface="Trebuchet MS" pitchFamily="34" charset="0"/>
                  </a:rPr>
                  <a:t>Facebook</a:t>
                </a:r>
                <a:r>
                  <a:rPr lang="en-US" sz="2160" baseline="0" dirty="0">
                    <a:solidFill>
                      <a:schemeClr val="tx2"/>
                    </a:solidFill>
                    <a:latin typeface="Trebuchet MS" pitchFamily="34" charset="0"/>
                  </a:rPr>
                  <a:t> page.</a:t>
                </a:r>
                <a:br>
                  <a:rPr lang="en-US" sz="2160" baseline="0" dirty="0">
                    <a:solidFill>
                      <a:schemeClr val="tx2"/>
                    </a:solidFill>
                    <a:latin typeface="Trebuchet MS" pitchFamily="34" charset="0"/>
                  </a:rPr>
                </a:br>
                <a:r>
                  <a:rPr lang="en-US" sz="2160" baseline="0" dirty="0">
                    <a:solidFill>
                      <a:schemeClr val="tx2"/>
                    </a:solidFill>
                    <a:latin typeface="Trebuchet MS" pitchFamily="34" charset="0"/>
                  </a:rPr>
                  <a:t>Go to </a:t>
                </a:r>
                <a:r>
                  <a:rPr lang="en-US" sz="2160" u="sng" baseline="0" dirty="0">
                    <a:solidFill>
                      <a:schemeClr val="tx2"/>
                    </a:solidFill>
                    <a:latin typeface="Trebuchet MS" pitchFamily="34" charset="0"/>
                  </a:rPr>
                  <a:t>PosterPresentations.com</a:t>
                </a:r>
                <a:r>
                  <a:rPr lang="en-US" sz="2160" baseline="0" dirty="0">
                    <a:solidFill>
                      <a:schemeClr val="tx2"/>
                    </a:solidFill>
                    <a:latin typeface="Trebuchet MS" pitchFamily="34" charset="0"/>
                  </a:rPr>
                  <a:t> and click on the FB icon. </a:t>
                </a:r>
                <a:endParaRPr lang="en-US" sz="2160" dirty="0">
                  <a:solidFill>
                    <a:schemeClr val="tx2"/>
                  </a:solidFill>
                  <a:latin typeface="Trebuchet MS" pitchFamily="34" charset="0"/>
                </a:endParaRPr>
              </a:p>
            </p:txBody>
          </p:sp>
        </p:grpSp>
        <p:sp>
          <p:nvSpPr>
            <p:cNvPr id="60" name="TextBox 59"/>
            <p:cNvSpPr txBox="1"/>
            <p:nvPr userDrawn="1"/>
          </p:nvSpPr>
          <p:spPr>
            <a:xfrm>
              <a:off x="44487207" y="31169782"/>
              <a:ext cx="6870215" cy="1246402"/>
            </a:xfrm>
            <a:prstGeom prst="rect">
              <a:avLst/>
            </a:prstGeom>
            <a:noFill/>
          </p:spPr>
          <p:txBody>
            <a:bodyPr wrap="square" lIns="65304" tIns="32651" rIns="65304" bIns="32651" rtlCol="0">
              <a:spAutoFit/>
            </a:bodyPr>
            <a:lstStyle/>
            <a:p>
              <a:pPr marL="260033" indent="-260033">
                <a:lnSpc>
                  <a:spcPts val="2340"/>
                </a:lnSpc>
              </a:pPr>
              <a:r>
                <a:rPr lang="en-US" sz="2520" dirty="0">
                  <a:solidFill>
                    <a:schemeClr val="bg1"/>
                  </a:solidFill>
                </a:rPr>
                <a:t>©2015</a:t>
              </a:r>
              <a:r>
                <a:rPr lang="en-US" sz="2520" baseline="0" dirty="0">
                  <a:solidFill>
                    <a:schemeClr val="bg1"/>
                  </a:solidFill>
                </a:rPr>
                <a:t> </a:t>
              </a:r>
              <a:r>
                <a:rPr lang="en-US" sz="2520" dirty="0">
                  <a:solidFill>
                    <a:schemeClr val="bg1"/>
                  </a:solidFill>
                </a:rPr>
                <a:t>PosterPresentations.com</a:t>
              </a:r>
              <a:br>
                <a:rPr lang="en-US" sz="2520" dirty="0">
                  <a:solidFill>
                    <a:schemeClr val="bg1"/>
                  </a:solidFill>
                </a:rPr>
              </a:br>
              <a:r>
                <a:rPr lang="en-US" sz="2160" dirty="0">
                  <a:solidFill>
                    <a:schemeClr val="bg1"/>
                  </a:solidFill>
                </a:rPr>
                <a:t>2117 Fourth Street ,</a:t>
              </a:r>
              <a:r>
                <a:rPr lang="en-US" sz="2160" baseline="0" dirty="0">
                  <a:solidFill>
                    <a:schemeClr val="bg1"/>
                  </a:solidFill>
                </a:rPr>
                <a:t> Unit C        </a:t>
              </a:r>
            </a:p>
            <a:p>
              <a:pPr marL="260033" indent="0">
                <a:lnSpc>
                  <a:spcPts val="2340"/>
                </a:lnSpc>
              </a:pPr>
              <a:r>
                <a:rPr lang="en-US" sz="2160" baseline="0" dirty="0">
                  <a:solidFill>
                    <a:schemeClr val="bg1"/>
                  </a:solidFill>
                </a:rPr>
                <a:t>Berkeley CA </a:t>
              </a:r>
              <a:r>
                <a:rPr lang="en-US" sz="1800" baseline="0" dirty="0">
                  <a:solidFill>
                    <a:schemeClr val="bg1"/>
                  </a:solidFill>
                </a:rPr>
                <a:t>94710</a:t>
              </a:r>
              <a:br>
                <a:rPr lang="en-US" sz="2160" baseline="0" dirty="0">
                  <a:solidFill>
                    <a:schemeClr val="bg1"/>
                  </a:solidFill>
                </a:rPr>
              </a:br>
              <a:r>
                <a:rPr lang="en-US" sz="2160" b="1" baseline="0" dirty="0">
                  <a:solidFill>
                    <a:srgbClr val="FFFF00"/>
                  </a:solidFill>
                </a:rPr>
                <a:t>posterpresenter@gmail.com</a:t>
              </a:r>
              <a:endParaRPr lang="en-US" sz="2520" b="1" dirty="0">
                <a:solidFill>
                  <a:srgbClr val="FFFF00"/>
                </a:solidFill>
              </a:endParaRPr>
            </a:p>
          </p:txBody>
        </p:sp>
      </p:grpSp>
      <p:sp>
        <p:nvSpPr>
          <p:cNvPr id="36" name="Text Box 14"/>
          <p:cNvSpPr txBox="1">
            <a:spLocks noChangeArrowheads="1"/>
          </p:cNvSpPr>
          <p:nvPr userDrawn="1"/>
        </p:nvSpPr>
        <p:spPr bwMode="auto">
          <a:xfrm>
            <a:off x="1129101" y="32295539"/>
            <a:ext cx="2366237" cy="268504"/>
          </a:xfrm>
          <a:prstGeom prst="rect">
            <a:avLst/>
          </a:prstGeom>
          <a:noFill/>
          <a:ln w="9525">
            <a:noFill/>
            <a:miter lim="800000"/>
            <a:headEnd/>
            <a:tailEnd/>
          </a:ln>
          <a:effectLst/>
        </p:spPr>
        <p:txBody>
          <a:bodyPr wrap="square" lIns="70467" tIns="35227" rIns="70467" bIns="35227">
            <a:spAutoFit/>
          </a:bodyPr>
          <a:lstStyle/>
          <a:p>
            <a:pPr eaLnBrk="0" hangingPunct="0">
              <a:lnSpc>
                <a:spcPct val="65000"/>
              </a:lnSpc>
              <a:spcBef>
                <a:spcPct val="50000"/>
              </a:spcBef>
              <a:defRPr/>
            </a:pPr>
            <a:r>
              <a:rPr lang="en-US" sz="54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81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388829" rtl="0" eaLnBrk="1" latinLnBrk="0" hangingPunct="1">
        <a:spcBef>
          <a:spcPct val="0"/>
        </a:spcBef>
        <a:buNone/>
        <a:defRPr sz="6750" kern="1200">
          <a:solidFill>
            <a:schemeClr val="bg1"/>
          </a:solidFill>
          <a:latin typeface="Trebuchet MS" pitchFamily="34" charset="0"/>
          <a:ea typeface="+mj-ea"/>
          <a:cs typeface="+mj-cs"/>
        </a:defRPr>
      </a:lvl1pPr>
    </p:titleStyle>
    <p:bodyStyle>
      <a:lvl1pPr marL="1270811" indent="-1270811" algn="l" defTabSz="3388829" rtl="0" eaLnBrk="1" latinLnBrk="0" hangingPunct="1">
        <a:spcBef>
          <a:spcPct val="20000"/>
        </a:spcBef>
        <a:buFont typeface="Arial" pitchFamily="34" charset="0"/>
        <a:buChar char="•"/>
        <a:defRPr sz="11880" kern="1200">
          <a:solidFill>
            <a:schemeClr val="tx1"/>
          </a:solidFill>
          <a:latin typeface="+mn-lt"/>
          <a:ea typeface="+mn-ea"/>
          <a:cs typeface="+mn-cs"/>
        </a:defRPr>
      </a:lvl1pPr>
      <a:lvl2pPr marL="2753424" indent="-1059009" algn="l" defTabSz="3388829" rtl="0" eaLnBrk="1" latinLnBrk="0" hangingPunct="1">
        <a:spcBef>
          <a:spcPct val="20000"/>
        </a:spcBef>
        <a:buFont typeface="Arial" pitchFamily="34" charset="0"/>
        <a:buChar char="–"/>
        <a:defRPr sz="10440" kern="1200">
          <a:solidFill>
            <a:schemeClr val="tx1"/>
          </a:solidFill>
          <a:latin typeface="+mn-lt"/>
          <a:ea typeface="+mn-ea"/>
          <a:cs typeface="+mn-cs"/>
        </a:defRPr>
      </a:lvl2pPr>
      <a:lvl3pPr marL="4236037" indent="-847208" algn="l" defTabSz="3388829" rtl="0" eaLnBrk="1" latinLnBrk="0" hangingPunct="1">
        <a:spcBef>
          <a:spcPct val="20000"/>
        </a:spcBef>
        <a:buFont typeface="Arial" pitchFamily="34" charset="0"/>
        <a:buChar char="•"/>
        <a:defRPr sz="8910" kern="1200">
          <a:solidFill>
            <a:schemeClr val="tx1"/>
          </a:solidFill>
          <a:latin typeface="+mn-lt"/>
          <a:ea typeface="+mn-ea"/>
          <a:cs typeface="+mn-cs"/>
        </a:defRPr>
      </a:lvl3pPr>
      <a:lvl4pPr marL="5930452"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4pPr>
      <a:lvl5pPr marL="7624866"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5pPr>
      <a:lvl6pPr marL="9319281"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6pPr>
      <a:lvl7pPr marL="1101369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7pPr>
      <a:lvl8pPr marL="12708110"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8pPr>
      <a:lvl9pPr marL="1440252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9pPr>
    </p:bodyStyle>
    <p:otherStyle>
      <a:defPPr>
        <a:defRPr lang="en-US"/>
      </a:defPPr>
      <a:lvl1pPr marL="0" algn="l" defTabSz="3388829" rtl="0" eaLnBrk="1" latinLnBrk="0" hangingPunct="1">
        <a:defRPr sz="6660" kern="1200">
          <a:solidFill>
            <a:schemeClr val="tx1"/>
          </a:solidFill>
          <a:latin typeface="+mn-lt"/>
          <a:ea typeface="+mn-ea"/>
          <a:cs typeface="+mn-cs"/>
        </a:defRPr>
      </a:lvl1pPr>
      <a:lvl2pPr marL="1694416" algn="l" defTabSz="3388829" rtl="0" eaLnBrk="1" latinLnBrk="0" hangingPunct="1">
        <a:defRPr sz="6660" kern="1200">
          <a:solidFill>
            <a:schemeClr val="tx1"/>
          </a:solidFill>
          <a:latin typeface="+mn-lt"/>
          <a:ea typeface="+mn-ea"/>
          <a:cs typeface="+mn-cs"/>
        </a:defRPr>
      </a:lvl2pPr>
      <a:lvl3pPr marL="3388829" algn="l" defTabSz="3388829" rtl="0" eaLnBrk="1" latinLnBrk="0" hangingPunct="1">
        <a:defRPr sz="6660" kern="1200">
          <a:solidFill>
            <a:schemeClr val="tx1"/>
          </a:solidFill>
          <a:latin typeface="+mn-lt"/>
          <a:ea typeface="+mn-ea"/>
          <a:cs typeface="+mn-cs"/>
        </a:defRPr>
      </a:lvl3pPr>
      <a:lvl4pPr marL="5083244" algn="l" defTabSz="3388829" rtl="0" eaLnBrk="1" latinLnBrk="0" hangingPunct="1">
        <a:defRPr sz="6660" kern="1200">
          <a:solidFill>
            <a:schemeClr val="tx1"/>
          </a:solidFill>
          <a:latin typeface="+mn-lt"/>
          <a:ea typeface="+mn-ea"/>
          <a:cs typeface="+mn-cs"/>
        </a:defRPr>
      </a:lvl4pPr>
      <a:lvl5pPr marL="6777658" algn="l" defTabSz="3388829" rtl="0" eaLnBrk="1" latinLnBrk="0" hangingPunct="1">
        <a:defRPr sz="6660" kern="1200">
          <a:solidFill>
            <a:schemeClr val="tx1"/>
          </a:solidFill>
          <a:latin typeface="+mn-lt"/>
          <a:ea typeface="+mn-ea"/>
          <a:cs typeface="+mn-cs"/>
        </a:defRPr>
      </a:lvl5pPr>
      <a:lvl6pPr marL="8472074" algn="l" defTabSz="3388829" rtl="0" eaLnBrk="1" latinLnBrk="0" hangingPunct="1">
        <a:defRPr sz="6660" kern="1200">
          <a:solidFill>
            <a:schemeClr val="tx1"/>
          </a:solidFill>
          <a:latin typeface="+mn-lt"/>
          <a:ea typeface="+mn-ea"/>
          <a:cs typeface="+mn-cs"/>
        </a:defRPr>
      </a:lvl6pPr>
      <a:lvl7pPr marL="10166489" algn="l" defTabSz="3388829" rtl="0" eaLnBrk="1" latinLnBrk="0" hangingPunct="1">
        <a:defRPr sz="6660" kern="1200">
          <a:solidFill>
            <a:schemeClr val="tx1"/>
          </a:solidFill>
          <a:latin typeface="+mn-lt"/>
          <a:ea typeface="+mn-ea"/>
          <a:cs typeface="+mn-cs"/>
        </a:defRPr>
      </a:lvl7pPr>
      <a:lvl8pPr marL="11860903" algn="l" defTabSz="3388829" rtl="0" eaLnBrk="1" latinLnBrk="0" hangingPunct="1">
        <a:defRPr sz="6660" kern="1200">
          <a:solidFill>
            <a:schemeClr val="tx1"/>
          </a:solidFill>
          <a:latin typeface="+mn-lt"/>
          <a:ea typeface="+mn-ea"/>
          <a:cs typeface="+mn-cs"/>
        </a:defRPr>
      </a:lvl8pPr>
      <a:lvl9pPr marL="13555319" algn="l" defTabSz="3388829" rtl="0" eaLnBrk="1" latinLnBrk="0" hangingPunct="1">
        <a:defRPr sz="66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50000">
              <a:schemeClr val="accent5">
                <a:lumMod val="60000"/>
                <a:lumOff val="4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27432000" cy="4800600"/>
          </a:xfrm>
          <a:prstGeom prst="rect">
            <a:avLst/>
          </a:prstGeom>
          <a:solidFill>
            <a:schemeClr val="accent5">
              <a:lumMod val="75000"/>
            </a:schemeClr>
          </a:solidFill>
          <a:ln w="9525">
            <a:solidFill>
              <a:schemeClr val="tx1"/>
            </a:solidFill>
            <a:miter lim="800000"/>
            <a:headEnd/>
            <a:tailEnd/>
          </a:ln>
          <a:effectLst/>
        </p:spPr>
        <p:txBody>
          <a:bodyPr wrap="none" lIns="70601" tIns="35300" rIns="70601" bIns="35300" anchor="ctr"/>
          <a:lstStyle/>
          <a:p>
            <a:pPr>
              <a:defRPr/>
            </a:pPr>
            <a:endParaRPr lang="en-US" sz="6660" dirty="0"/>
          </a:p>
        </p:txBody>
      </p:sp>
      <p:sp>
        <p:nvSpPr>
          <p:cNvPr id="9" name="Rectangle 9"/>
          <p:cNvSpPr>
            <a:spLocks noChangeArrowheads="1"/>
          </p:cNvSpPr>
          <p:nvPr/>
        </p:nvSpPr>
        <p:spPr bwMode="auto">
          <a:xfrm>
            <a:off x="0" y="4805365"/>
            <a:ext cx="27432000" cy="152400"/>
          </a:xfrm>
          <a:prstGeom prst="rect">
            <a:avLst/>
          </a:prstGeom>
          <a:solidFill>
            <a:schemeClr val="accent5">
              <a:lumMod val="50000"/>
            </a:schemeClr>
          </a:solidFill>
          <a:ln w="152400">
            <a:noFill/>
            <a:miter lim="800000"/>
            <a:headEnd/>
            <a:tailEnd/>
          </a:ln>
          <a:effectLst/>
        </p:spPr>
        <p:txBody>
          <a:bodyPr wrap="none" lIns="70601" tIns="35300" rIns="70601" bIns="35300" anchor="ctr"/>
          <a:lstStyle/>
          <a:p>
            <a:pPr>
              <a:defRPr/>
            </a:pPr>
            <a:endParaRPr lang="en-US" sz="6660" dirty="0"/>
          </a:p>
        </p:txBody>
      </p:sp>
      <p:grpSp>
        <p:nvGrpSpPr>
          <p:cNvPr id="25" name="Group 24"/>
          <p:cNvGrpSpPr/>
          <p:nvPr userDrawn="1"/>
        </p:nvGrpSpPr>
        <p:grpSpPr>
          <a:xfrm>
            <a:off x="-12658121" y="-43314"/>
            <a:ext cx="12259293" cy="32961714"/>
            <a:chOff x="-11225189" y="-1"/>
            <a:chExt cx="11018865" cy="32918401"/>
          </a:xfrm>
        </p:grpSpPr>
        <p:sp>
          <p:nvSpPr>
            <p:cNvPr id="26" name="Rectangle 25"/>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366507" rtl="0" eaLnBrk="1" fontAlgn="auto" latinLnBrk="0" hangingPunct="1">
                <a:lnSpc>
                  <a:spcPct val="100000"/>
                </a:lnSpc>
                <a:spcBef>
                  <a:spcPts val="0"/>
                </a:spcBef>
                <a:spcAft>
                  <a:spcPts val="0"/>
                </a:spcAft>
                <a:buClrTx/>
                <a:buSzTx/>
                <a:buFontTx/>
                <a:buNone/>
                <a:tabLst/>
                <a:defRPr/>
              </a:pPr>
              <a:r>
                <a:rPr lang="en-US" sz="2880" b="1" spc="0" dirty="0">
                  <a:solidFill>
                    <a:srgbClr val="FF0000"/>
                  </a:solidFill>
                  <a:latin typeface="Trebuchet MS" pitchFamily="34" charset="0"/>
                </a:rPr>
                <a:t>(—THIS SIDEBAR DOES NOT PRINT—)</a:t>
              </a:r>
              <a:endParaRPr lang="en-US" sz="2880" b="1" spc="540" dirty="0">
                <a:solidFill>
                  <a:schemeClr val="bg1"/>
                </a:solidFill>
                <a:latin typeface="Trebuchet MS" pitchFamily="34" charset="0"/>
              </a:endParaRPr>
            </a:p>
            <a:p>
              <a:pPr algn="ctr"/>
              <a:r>
                <a:rPr lang="en-US" sz="3600" b="1" spc="540" dirty="0">
                  <a:solidFill>
                    <a:schemeClr val="bg1"/>
                  </a:solidFill>
                  <a:latin typeface="Trebuchet MS" pitchFamily="34" charset="0"/>
                </a:rPr>
                <a:t>DESIGN</a:t>
              </a:r>
              <a:r>
                <a:rPr lang="en-US" sz="3600" b="1" spc="540" baseline="0" dirty="0">
                  <a:solidFill>
                    <a:schemeClr val="bg1"/>
                  </a:solidFill>
                  <a:latin typeface="Trebuchet MS" pitchFamily="34" charset="0"/>
                </a:rPr>
                <a:t> </a:t>
              </a:r>
              <a:r>
                <a:rPr lang="en-US" sz="3600" b="1" spc="540" dirty="0">
                  <a:solidFill>
                    <a:schemeClr val="bg1"/>
                  </a:solidFill>
                  <a:latin typeface="Trebuchet MS" pitchFamily="34" charset="0"/>
                </a:rPr>
                <a:t>GUIDE</a:t>
              </a:r>
            </a:p>
            <a:p>
              <a:pPr algn="ctr"/>
              <a:endParaRPr lang="en-US" sz="2520" b="1" dirty="0">
                <a:latin typeface="Trebuchet MS" pitchFamily="34" charset="0"/>
              </a:endParaRPr>
            </a:p>
            <a:p>
              <a:pPr defTabSz="3389075"/>
              <a:r>
                <a:rPr lang="en-US" sz="2520" i="0" dirty="0">
                  <a:latin typeface="Trebuchet MS" pitchFamily="34" charset="0"/>
                </a:rPr>
                <a:t>This PowerPoint</a:t>
              </a:r>
              <a:r>
                <a:rPr lang="en-US" sz="2520" i="0" baseline="0" dirty="0">
                  <a:latin typeface="Trebuchet MS" pitchFamily="34" charset="0"/>
                </a:rPr>
                <a:t> </a:t>
              </a:r>
              <a:r>
                <a:rPr lang="en-US" sz="2520" i="0" dirty="0">
                  <a:latin typeface="Trebuchet MS" pitchFamily="34" charset="0"/>
                </a:rPr>
                <a:t>2007 template produces</a:t>
              </a:r>
              <a:r>
                <a:rPr lang="en-US" sz="2520" i="0" baseline="0" dirty="0">
                  <a:latin typeface="Trebuchet MS" pitchFamily="34" charset="0"/>
                </a:rPr>
                <a:t> </a:t>
              </a:r>
              <a:r>
                <a:rPr lang="en-US" sz="2520" i="0" dirty="0">
                  <a:latin typeface="Trebuchet MS" pitchFamily="34" charset="0"/>
                </a:rPr>
                <a:t>a 30”x40” presentation poster. </a:t>
              </a:r>
              <a:r>
                <a:rPr lang="en-US" sz="2520" dirty="0">
                  <a:latin typeface="Trebuchet MS" pitchFamily="34" charset="0"/>
                </a:rPr>
                <a:t>You</a:t>
              </a:r>
              <a:r>
                <a:rPr lang="en-US" sz="2520" baseline="0" dirty="0">
                  <a:latin typeface="Trebuchet MS" pitchFamily="34" charset="0"/>
                </a:rPr>
                <a:t> can u</a:t>
              </a:r>
              <a:r>
                <a:rPr lang="en-US" sz="2520" dirty="0">
                  <a:latin typeface="Trebuchet MS" pitchFamily="34" charset="0"/>
                </a:rPr>
                <a:t>se</a:t>
              </a:r>
              <a:r>
                <a:rPr lang="en-US" sz="2520" baseline="0" dirty="0">
                  <a:latin typeface="Trebuchet MS" pitchFamily="34" charset="0"/>
                </a:rPr>
                <a:t> it to create your research poster and </a:t>
              </a:r>
              <a:r>
                <a:rPr lang="en-US" sz="2520" dirty="0">
                  <a:latin typeface="Trebuchet MS" pitchFamily="34" charset="0"/>
                </a:rPr>
                <a:t>save valuable time placing titles, subtitles,</a:t>
              </a:r>
              <a:r>
                <a:rPr lang="en-US" sz="2520" baseline="0" dirty="0">
                  <a:latin typeface="Trebuchet MS" pitchFamily="34" charset="0"/>
                </a:rPr>
                <a:t> text, and graphics</a:t>
              </a:r>
              <a:r>
                <a:rPr lang="en-US" sz="2520" dirty="0">
                  <a:latin typeface="Trebuchet MS" pitchFamily="34" charset="0"/>
                </a:rPr>
                <a:t>. </a:t>
              </a:r>
            </a:p>
            <a:p>
              <a:pPr defTabSz="3389075"/>
              <a:endParaRPr lang="en-US" sz="2520" dirty="0">
                <a:latin typeface="Trebuchet MS" pitchFamily="34" charset="0"/>
              </a:endParaRPr>
            </a:p>
            <a:p>
              <a:pPr defTabSz="3950297"/>
              <a:r>
                <a:rPr lang="en-US" sz="2520" dirty="0">
                  <a:latin typeface="Trebuchet MS" pitchFamily="34" charset="0"/>
                </a:rPr>
                <a:t>We provide a series of online tutorials that will guide you through the poster design process and answer your poster production questions. To view our template tutorials, go online to </a:t>
              </a:r>
              <a:r>
                <a:rPr lang="en-US" sz="2520" b="1" dirty="0">
                  <a:solidFill>
                    <a:srgbClr val="FFC000"/>
                  </a:solidFill>
                  <a:latin typeface="Trebuchet MS" pitchFamily="34" charset="0"/>
                </a:rPr>
                <a:t>PosterPresentations.com</a:t>
              </a:r>
              <a:r>
                <a:rPr lang="en-US" sz="2520" b="1" dirty="0">
                  <a:solidFill>
                    <a:schemeClr val="bg1"/>
                  </a:solidFill>
                  <a:latin typeface="Trebuchet MS" pitchFamily="34" charset="0"/>
                </a:rPr>
                <a:t> </a:t>
              </a:r>
              <a:r>
                <a:rPr lang="en-US" sz="2520" dirty="0">
                  <a:solidFill>
                    <a:schemeClr val="bg1"/>
                  </a:solidFill>
                  <a:latin typeface="Trebuchet MS" pitchFamily="34" charset="0"/>
                </a:rPr>
                <a:t>and click on HELP DESK.</a:t>
              </a:r>
            </a:p>
            <a:p>
              <a:pPr defTabSz="3950297"/>
              <a:endParaRPr lang="en-US" sz="2520" dirty="0">
                <a:latin typeface="Trebuchet MS" pitchFamily="34" charset="0"/>
              </a:endParaRPr>
            </a:p>
            <a:p>
              <a:pPr defTabSz="3950297"/>
              <a:r>
                <a:rPr lang="en-US" sz="2520" dirty="0">
                  <a:solidFill>
                    <a:schemeClr val="bg1"/>
                  </a:solidFill>
                  <a:latin typeface="Trebuchet MS" pitchFamily="34" charset="0"/>
                </a:rPr>
                <a:t>When</a:t>
              </a:r>
              <a:r>
                <a:rPr lang="en-US" sz="2520" baseline="0" dirty="0">
                  <a:solidFill>
                    <a:schemeClr val="bg1"/>
                  </a:solidFill>
                  <a:latin typeface="Trebuchet MS" pitchFamily="34" charset="0"/>
                </a:rPr>
                <a:t> you are ready to print your poster</a:t>
              </a:r>
              <a:r>
                <a:rPr lang="en-US" sz="2520" dirty="0">
                  <a:solidFill>
                    <a:schemeClr val="bg1"/>
                  </a:solidFill>
                  <a:latin typeface="Trebuchet MS" pitchFamily="34" charset="0"/>
                </a:rPr>
                <a:t>,</a:t>
              </a:r>
              <a:r>
                <a:rPr lang="en-US" sz="2520" baseline="0" dirty="0">
                  <a:solidFill>
                    <a:schemeClr val="bg1"/>
                  </a:solidFill>
                  <a:latin typeface="Trebuchet MS" pitchFamily="34" charset="0"/>
                </a:rPr>
                <a:t> go online to </a:t>
              </a:r>
              <a:r>
                <a:rPr lang="en-US" sz="2520" b="0" dirty="0">
                  <a:solidFill>
                    <a:schemeClr val="bg1"/>
                  </a:solidFill>
                  <a:latin typeface="Trebuchet MS" pitchFamily="34" charset="0"/>
                </a:rPr>
                <a:t>PosterPresentations.com</a:t>
              </a:r>
              <a:br>
                <a:rPr lang="en-US" sz="2520" dirty="0">
                  <a:solidFill>
                    <a:schemeClr val="bg1"/>
                  </a:solidFill>
                  <a:latin typeface="Trebuchet MS" pitchFamily="34" charset="0"/>
                </a:rPr>
              </a:br>
              <a:endParaRPr lang="en-US" sz="2520" dirty="0">
                <a:solidFill>
                  <a:schemeClr val="bg1"/>
                </a:solidFill>
                <a:latin typeface="Trebuchet MS" pitchFamily="34" charset="0"/>
              </a:endParaRPr>
            </a:p>
            <a:p>
              <a:pPr algn="l" defTabSz="3389075"/>
              <a:r>
                <a:rPr lang="en-US" sz="2520" b="0" dirty="0">
                  <a:solidFill>
                    <a:schemeClr val="bg1"/>
                  </a:solidFill>
                  <a:latin typeface="Trebuchet MS" pitchFamily="34" charset="0"/>
                </a:rPr>
                <a:t>Need</a:t>
              </a:r>
              <a:r>
                <a:rPr lang="en-US" sz="2520" b="0" baseline="0" dirty="0">
                  <a:solidFill>
                    <a:schemeClr val="bg1"/>
                  </a:solidFill>
                  <a:latin typeface="Trebuchet MS" pitchFamily="34" charset="0"/>
                </a:rPr>
                <a:t> assistance? Call us at </a:t>
              </a:r>
              <a:r>
                <a:rPr lang="en-US" sz="2520" b="0" dirty="0">
                  <a:solidFill>
                    <a:srgbClr val="FFC000"/>
                  </a:solidFill>
                  <a:latin typeface="Trebuchet MS" pitchFamily="34" charset="0"/>
                </a:rPr>
                <a:t>1.510.649.3001</a:t>
              </a:r>
            </a:p>
            <a:p>
              <a:pPr algn="l" defTabSz="3389075"/>
              <a:endParaRPr lang="en-US" sz="3240" b="1" dirty="0">
                <a:solidFill>
                  <a:srgbClr val="FFFF00"/>
                </a:solidFill>
                <a:latin typeface="Trebuchet MS" pitchFamily="34" charset="0"/>
              </a:endParaRPr>
            </a:p>
            <a:p>
              <a:pPr algn="ctr"/>
              <a:endParaRPr lang="en-US" sz="2160" b="1" dirty="0">
                <a:solidFill>
                  <a:schemeClr val="bg1"/>
                </a:solidFill>
                <a:latin typeface="Trebuchet MS" pitchFamily="34" charset="0"/>
              </a:endParaRPr>
            </a:p>
            <a:p>
              <a:pPr algn="ctr"/>
              <a:r>
                <a:rPr lang="en-US" sz="3600" b="1" spc="540" dirty="0">
                  <a:solidFill>
                    <a:schemeClr val="bg1"/>
                  </a:solidFill>
                  <a:latin typeface="Trebuchet MS" pitchFamily="34" charset="0"/>
                </a:rPr>
                <a:t>QUICK START</a:t>
              </a:r>
            </a:p>
            <a:p>
              <a:pPr algn="ctr"/>
              <a:endParaRPr lang="en-US" sz="2880" b="1" baseline="0" dirty="0">
                <a:solidFill>
                  <a:schemeClr val="bg1"/>
                </a:solidFill>
                <a:latin typeface="Trebuchet MS" pitchFamily="34" charset="0"/>
              </a:endParaRPr>
            </a:p>
            <a:p>
              <a:pPr algn="ctr"/>
              <a:r>
                <a:rPr lang="en-US" sz="2880" b="1" baseline="0" dirty="0">
                  <a:solidFill>
                    <a:srgbClr val="FFC000"/>
                  </a:solidFill>
                  <a:latin typeface="Trebuchet MS" pitchFamily="34" charset="0"/>
                </a:rPr>
                <a:t>Zoom in and out</a:t>
              </a:r>
            </a:p>
            <a:p>
              <a:pPr marL="2274570" indent="-585788" algn="l" defTabSz="765810">
                <a:tabLst/>
              </a:pPr>
              <a:r>
                <a:rPr lang="en-US" sz="2160" b="0" baseline="0" dirty="0">
                  <a:solidFill>
                    <a:schemeClr val="bg1"/>
                  </a:solidFill>
                  <a:latin typeface="Trebuchet MS" pitchFamily="34" charset="0"/>
                </a:rPr>
                <a:t>	</a:t>
              </a:r>
              <a:r>
                <a:rPr lang="en-US" sz="2160" b="0" baseline="0" dirty="0">
                  <a:solidFill>
                    <a:schemeClr val="bg1">
                      <a:lumMod val="75000"/>
                    </a:schemeClr>
                  </a:solidFill>
                  <a:latin typeface="Trebuchet MS" pitchFamily="34" charset="0"/>
                </a:rPr>
                <a:t>As you work on your poster zoom in and out to the level that is more comfortable to you. Go to VIEW &gt; ZOOM.</a:t>
              </a:r>
            </a:p>
            <a:p>
              <a:pPr algn="l"/>
              <a:endParaRPr lang="en-US" sz="2520" b="0" baseline="0" dirty="0">
                <a:solidFill>
                  <a:schemeClr val="bg1"/>
                </a:solidFill>
                <a:latin typeface="Trebuchet MS" pitchFamily="34" charset="0"/>
              </a:endParaRPr>
            </a:p>
            <a:p>
              <a:pPr algn="ctr"/>
              <a:r>
                <a:rPr lang="en-US" sz="2880" b="1" baseline="0" dirty="0">
                  <a:solidFill>
                    <a:srgbClr val="FFC000"/>
                  </a:solidFill>
                  <a:latin typeface="Trebuchet MS" pitchFamily="34" charset="0"/>
                </a:rPr>
                <a:t>Title, Authors, and Affiliations</a:t>
              </a:r>
            </a:p>
            <a:p>
              <a:pPr algn="l"/>
              <a:r>
                <a:rPr lang="en-US" sz="2160" b="0" baseline="0" dirty="0">
                  <a:solidFill>
                    <a:schemeClr val="bg1">
                      <a:lumMod val="75000"/>
                    </a:schemeClr>
                  </a:solidFill>
                  <a:latin typeface="Trebuchet MS" pitchFamily="34" charset="0"/>
                </a:rPr>
                <a:t>Start designing your poster by adding the title, the names of the authors, and the affiliated institutions. </a:t>
              </a:r>
              <a:r>
                <a:rPr lang="en-US" sz="216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160" b="0" spc="0" baseline="0" dirty="0">
                <a:solidFill>
                  <a:schemeClr val="bg1">
                    <a:lumMod val="75000"/>
                  </a:schemeClr>
                </a:solidFill>
                <a:latin typeface="Trebuchet MS" pitchFamily="34" charset="0"/>
              </a:endParaRPr>
            </a:p>
            <a:p>
              <a:pPr algn="l"/>
              <a:r>
                <a:rPr lang="en-US" sz="2160" b="1" spc="270" baseline="0" dirty="0">
                  <a:solidFill>
                    <a:srgbClr val="FFC000"/>
                  </a:solidFill>
                  <a:latin typeface="Trebuchet MS" pitchFamily="34" charset="0"/>
                </a:rPr>
                <a:t>TIP</a:t>
              </a:r>
              <a:r>
                <a:rPr lang="en-US" sz="2160" b="1" baseline="0" dirty="0">
                  <a:solidFill>
                    <a:srgbClr val="FFC000"/>
                  </a:solidFill>
                  <a:latin typeface="Trebuchet MS" pitchFamily="34" charset="0"/>
                </a:rPr>
                <a:t>: </a:t>
              </a:r>
              <a:r>
                <a:rPr lang="en-US" sz="2160" b="0" baseline="0" dirty="0">
                  <a:solidFill>
                    <a:schemeClr val="bg1">
                      <a:lumMod val="75000"/>
                    </a:schemeClr>
                  </a:solidFill>
                  <a:latin typeface="Trebuchet MS" pitchFamily="34" charset="0"/>
                </a:rPr>
                <a:t>The font size of your title should be bigger than your name(s) and institution name(s).</a:t>
              </a:r>
            </a:p>
            <a:p>
              <a:pPr algn="l"/>
              <a:br>
                <a:rPr lang="en-US" sz="2520" b="1" baseline="0" dirty="0">
                  <a:solidFill>
                    <a:schemeClr val="bg1"/>
                  </a:solidFill>
                  <a:latin typeface="Trebuchet MS" pitchFamily="34" charset="0"/>
                </a:rPr>
              </a:br>
              <a:endParaRPr lang="en-US" sz="2520" b="1" dirty="0">
                <a:solidFill>
                  <a:schemeClr val="bg1"/>
                </a:solidFill>
                <a:latin typeface="Trebuchet MS" pitchFamily="34" charset="0"/>
              </a:endParaRPr>
            </a:p>
            <a:p>
              <a:pPr algn="ctr"/>
              <a:endParaRPr lang="en-US" sz="2520" b="1" dirty="0">
                <a:solidFill>
                  <a:srgbClr val="FFC000"/>
                </a:solidFill>
                <a:latin typeface="Trebuchet MS" pitchFamily="34" charset="0"/>
              </a:endParaRPr>
            </a:p>
            <a:p>
              <a:pPr algn="ctr"/>
              <a:endParaRPr lang="en-US" sz="2520" b="1" dirty="0">
                <a:solidFill>
                  <a:srgbClr val="FFC000"/>
                </a:solidFill>
                <a:latin typeface="Trebuchet MS" pitchFamily="34" charset="0"/>
              </a:endParaRPr>
            </a:p>
            <a:p>
              <a:pPr algn="ctr"/>
              <a:r>
                <a:rPr lang="en-US" sz="2880" b="1" dirty="0">
                  <a:solidFill>
                    <a:srgbClr val="FFC000"/>
                  </a:solidFill>
                  <a:latin typeface="Trebuchet MS" pitchFamily="34" charset="0"/>
                </a:rPr>
                <a:t>Adding Logos</a:t>
              </a:r>
              <a:r>
                <a:rPr lang="en-US" sz="2880" b="1" baseline="0" dirty="0">
                  <a:solidFill>
                    <a:srgbClr val="FFC000"/>
                  </a:solidFill>
                  <a:latin typeface="Trebuchet MS" pitchFamily="34" charset="0"/>
                </a:rPr>
                <a:t> / Seals</a:t>
              </a:r>
            </a:p>
            <a:p>
              <a:pPr algn="l"/>
              <a:r>
                <a:rPr lang="en-US" sz="216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160" b="0" spc="270" baseline="0" dirty="0">
                <a:solidFill>
                  <a:schemeClr val="bg1">
                    <a:lumMod val="75000"/>
                  </a:schemeClr>
                </a:solidFill>
                <a:latin typeface="Trebuchet MS" pitchFamily="34" charset="0"/>
              </a:endParaRPr>
            </a:p>
            <a:p>
              <a:pPr algn="l"/>
              <a:r>
                <a:rPr lang="en-US" sz="2160" b="1" spc="270" baseline="0" dirty="0">
                  <a:solidFill>
                    <a:srgbClr val="FFC000"/>
                  </a:solidFill>
                  <a:latin typeface="Trebuchet MS" pitchFamily="34" charset="0"/>
                </a:rPr>
                <a:t>TIP:</a:t>
              </a:r>
              <a:r>
                <a:rPr lang="en-US" sz="2160" b="1" spc="0" baseline="0" dirty="0">
                  <a:solidFill>
                    <a:srgbClr val="FFC000"/>
                  </a:solidFill>
                  <a:latin typeface="Trebuchet MS" pitchFamily="34" charset="0"/>
                </a:rPr>
                <a:t> </a:t>
              </a:r>
              <a:r>
                <a:rPr lang="en-US" sz="2160" b="0" baseline="0" dirty="0">
                  <a:solidFill>
                    <a:schemeClr val="bg1">
                      <a:lumMod val="75000"/>
                    </a:schemeClr>
                  </a:solidFill>
                  <a:latin typeface="Trebuchet MS" pitchFamily="34" charset="0"/>
                </a:rPr>
                <a:t>See if your school’s logo is available on our free poster templates page.</a:t>
              </a:r>
            </a:p>
            <a:p>
              <a:pPr algn="l"/>
              <a:endParaRPr lang="en-US" sz="2160" b="0" baseline="0" dirty="0">
                <a:latin typeface="Trebuchet MS" pitchFamily="34" charset="0"/>
              </a:endParaRPr>
            </a:p>
            <a:p>
              <a:pPr algn="ctr"/>
              <a:r>
                <a:rPr lang="en-US" sz="2880" b="1" baseline="0" dirty="0">
                  <a:solidFill>
                    <a:srgbClr val="FFC000"/>
                  </a:solidFill>
                  <a:latin typeface="Trebuchet MS" pitchFamily="34" charset="0"/>
                </a:rPr>
                <a:t>Photographs / Graphics</a:t>
              </a:r>
            </a:p>
            <a:p>
              <a:pPr algn="l" defTabSz="880110"/>
              <a:r>
                <a:rPr lang="en-US" sz="216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160" b="0" spc="0" baseline="0" dirty="0">
                  <a:solidFill>
                    <a:schemeClr val="bg1">
                      <a:lumMod val="75000"/>
                    </a:schemeClr>
                  </a:solidFill>
                  <a:latin typeface="Trebuchet MS" pitchFamily="34" charset="0"/>
                </a:rPr>
                <a:t>disproportionally.</a:t>
              </a:r>
            </a:p>
            <a:p>
              <a:pPr algn="l" defTabSz="880110"/>
              <a:endParaRPr lang="en-US" sz="2160" b="0" baseline="0" dirty="0">
                <a:latin typeface="Trebuchet MS" pitchFamily="34" charset="0"/>
              </a:endParaRPr>
            </a:p>
            <a:p>
              <a:pPr algn="ctr"/>
              <a:endParaRPr lang="en-US" sz="2520" b="1" baseline="0" dirty="0">
                <a:solidFill>
                  <a:srgbClr val="FFC000"/>
                </a:solidFill>
                <a:latin typeface="Trebuchet MS" pitchFamily="34" charset="0"/>
              </a:endParaRPr>
            </a:p>
            <a:p>
              <a:pPr algn="ctr"/>
              <a:endParaRPr lang="en-US" sz="2520" b="1" baseline="0" dirty="0">
                <a:solidFill>
                  <a:srgbClr val="FFC000"/>
                </a:solidFill>
                <a:latin typeface="Trebuchet MS" pitchFamily="34" charset="0"/>
              </a:endParaRPr>
            </a:p>
            <a:p>
              <a:pPr algn="ctr"/>
              <a:endParaRPr lang="en-US" sz="2520" b="1" baseline="0" dirty="0">
                <a:solidFill>
                  <a:srgbClr val="FFC000"/>
                </a:solidFill>
                <a:latin typeface="Trebuchet MS" pitchFamily="34" charset="0"/>
              </a:endParaRPr>
            </a:p>
            <a:p>
              <a:pPr algn="ctr"/>
              <a:endParaRPr lang="en-US" sz="2520" b="1" baseline="0" dirty="0">
                <a:solidFill>
                  <a:srgbClr val="FFC000"/>
                </a:solidFill>
                <a:latin typeface="Trebuchet MS" pitchFamily="34" charset="0"/>
              </a:endParaRPr>
            </a:p>
            <a:p>
              <a:pPr algn="ctr"/>
              <a:endParaRPr lang="en-US" sz="2520" b="1" baseline="0" dirty="0">
                <a:solidFill>
                  <a:srgbClr val="FFC000"/>
                </a:solidFill>
                <a:latin typeface="Trebuchet MS" pitchFamily="34" charset="0"/>
              </a:endParaRPr>
            </a:p>
            <a:p>
              <a:pPr algn="ctr"/>
              <a:endParaRPr lang="en-US" sz="2520" b="1" baseline="0" dirty="0">
                <a:solidFill>
                  <a:srgbClr val="FFC000"/>
                </a:solidFill>
                <a:latin typeface="Trebuchet MS" pitchFamily="34" charset="0"/>
              </a:endParaRPr>
            </a:p>
            <a:p>
              <a:pPr algn="ctr"/>
              <a:endParaRPr lang="en-US" sz="2520" b="1" baseline="0" dirty="0">
                <a:solidFill>
                  <a:srgbClr val="FFC000"/>
                </a:solidFill>
                <a:latin typeface="Trebuchet MS" pitchFamily="34" charset="0"/>
              </a:endParaRPr>
            </a:p>
            <a:p>
              <a:pPr algn="ctr"/>
              <a:r>
                <a:rPr lang="en-US" sz="2880" b="1" baseline="0" dirty="0">
                  <a:solidFill>
                    <a:srgbClr val="FFC000"/>
                  </a:solidFill>
                  <a:latin typeface="Trebuchet MS" pitchFamily="34" charset="0"/>
                </a:rPr>
                <a:t>Image Quality Check</a:t>
              </a:r>
            </a:p>
            <a:p>
              <a:pPr lvl="0" algn="l" defTabSz="880110"/>
              <a:r>
                <a:rPr lang="en-US" sz="2160" b="0" baseline="0" dirty="0">
                  <a:solidFill>
                    <a:schemeClr val="bg1">
                      <a:lumMod val="75000"/>
                    </a:schemeClr>
                  </a:solidFill>
                  <a:latin typeface="Trebuchet MS" pitchFamily="34" charset="0"/>
                </a:rPr>
                <a:t>Zoom in and look at your images at 100% magnification. If they look good they will print well. </a:t>
              </a:r>
              <a:endParaRPr lang="en-US" sz="2520" b="0" dirty="0">
                <a:latin typeface="Trebuchet MS" pitchFamily="34" charset="0"/>
              </a:endParaRPr>
            </a:p>
          </p:txBody>
        </p:sp>
        <p:cxnSp>
          <p:nvCxnSpPr>
            <p:cNvPr id="36" name="Straight Connector 35"/>
            <p:cNvCxnSpPr/>
            <p:nvPr/>
          </p:nvCxnSpPr>
          <p:spPr>
            <a:xfrm>
              <a:off x="-11225189" y="7240467"/>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userDrawn="1"/>
          </p:nvPicPr>
          <p:blipFill>
            <a:blip r:embed="rId4"/>
            <a:stretch>
              <a:fillRect/>
            </a:stretch>
          </p:blipFill>
          <p:spPr>
            <a:xfrm>
              <a:off x="-10479105" y="8732868"/>
              <a:ext cx="1597666" cy="1201935"/>
            </a:xfrm>
            <a:prstGeom prst="rect">
              <a:avLst/>
            </a:prstGeom>
          </p:spPr>
        </p:pic>
        <p:pic>
          <p:nvPicPr>
            <p:cNvPr id="38" name="Picture 37"/>
            <p:cNvPicPr>
              <a:picLocks noChangeAspect="1"/>
            </p:cNvPicPr>
            <p:nvPr userDrawn="1"/>
          </p:nvPicPr>
          <p:blipFill>
            <a:blip r:embed="rId5"/>
            <a:stretch>
              <a:fillRect/>
            </a:stretch>
          </p:blipFill>
          <p:spPr>
            <a:xfrm>
              <a:off x="-10732765" y="13076183"/>
              <a:ext cx="9986808" cy="1053596"/>
            </a:xfrm>
            <a:prstGeom prst="rect">
              <a:avLst/>
            </a:prstGeom>
          </p:spPr>
        </p:pic>
        <p:grpSp>
          <p:nvGrpSpPr>
            <p:cNvPr id="39" name="Group 38"/>
            <p:cNvGrpSpPr/>
            <p:nvPr userDrawn="1"/>
          </p:nvGrpSpPr>
          <p:grpSpPr>
            <a:xfrm>
              <a:off x="-9744993" y="19604586"/>
              <a:ext cx="7531182" cy="2094921"/>
              <a:chOff x="-4470427" y="9208123"/>
              <a:chExt cx="3470785" cy="962496"/>
            </a:xfrm>
          </p:grpSpPr>
          <p:grpSp>
            <p:nvGrpSpPr>
              <p:cNvPr id="46" name="Group 45"/>
              <p:cNvGrpSpPr/>
              <p:nvPr userDrawn="1"/>
            </p:nvGrpSpPr>
            <p:grpSpPr>
              <a:xfrm>
                <a:off x="-2783495" y="9252354"/>
                <a:ext cx="624431" cy="907396"/>
                <a:chOff x="-3958697" y="8525819"/>
                <a:chExt cx="779338" cy="1300292"/>
              </a:xfrm>
            </p:grpSpPr>
            <p:pic>
              <p:nvPicPr>
                <p:cNvPr id="53" name="Picture 52"/>
                <p:cNvPicPr>
                  <a:picLocks noChangeAspect="1"/>
                </p:cNvPicPr>
                <p:nvPr userDrawn="1"/>
              </p:nvPicPr>
              <p:blipFill>
                <a:blip r:embed="rId6"/>
                <a:stretch>
                  <a:fillRect/>
                </a:stretch>
              </p:blipFill>
              <p:spPr>
                <a:xfrm>
                  <a:off x="-3948160" y="8525819"/>
                  <a:ext cx="768801" cy="1090857"/>
                </a:xfrm>
                <a:prstGeom prst="rect">
                  <a:avLst/>
                </a:prstGeom>
              </p:spPr>
            </p:pic>
            <p:sp>
              <p:nvSpPr>
                <p:cNvPr id="54" name="TextBox 53"/>
                <p:cNvSpPr txBox="1"/>
                <p:nvPr userDrawn="1"/>
              </p:nvSpPr>
              <p:spPr>
                <a:xfrm>
                  <a:off x="-3958697" y="9522560"/>
                  <a:ext cx="779337" cy="303551"/>
                </a:xfrm>
                <a:prstGeom prst="rect">
                  <a:avLst/>
                </a:prstGeom>
                <a:solidFill>
                  <a:schemeClr val="accent1"/>
                </a:solidFill>
                <a:ln>
                  <a:noFill/>
                </a:ln>
              </p:spPr>
              <p:txBody>
                <a:bodyPr wrap="square" lIns="91440" tIns="91440" rIns="91440" bIns="91440" rtlCol="0">
                  <a:spAutoFit/>
                </a:bodyPr>
                <a:lstStyle/>
                <a:p>
                  <a:pPr algn="ctr"/>
                  <a:r>
                    <a:rPr lang="en-US" sz="1800" b="1" dirty="0">
                      <a:solidFill>
                        <a:schemeClr val="tx1"/>
                      </a:solidFill>
                    </a:rPr>
                    <a:t>ORIGINAL</a:t>
                  </a:r>
                </a:p>
              </p:txBody>
            </p:sp>
          </p:grpSp>
          <p:grpSp>
            <p:nvGrpSpPr>
              <p:cNvPr id="47" name="Group 46"/>
              <p:cNvGrpSpPr/>
              <p:nvPr userDrawn="1"/>
            </p:nvGrpSpPr>
            <p:grpSpPr>
              <a:xfrm>
                <a:off x="-2033159" y="9252359"/>
                <a:ext cx="1033517" cy="907388"/>
                <a:chOff x="-2921738" y="8714808"/>
                <a:chExt cx="1420279" cy="1246948"/>
              </a:xfrm>
            </p:grpSpPr>
            <p:pic>
              <p:nvPicPr>
                <p:cNvPr id="51" name="Picture 50"/>
                <p:cNvPicPr>
                  <a:picLocks noChangeAspect="1"/>
                </p:cNvPicPr>
                <p:nvPr userDrawn="1"/>
              </p:nvPicPr>
              <p:blipFill>
                <a:blip r:embed="rId6"/>
                <a:stretch>
                  <a:fillRect/>
                </a:stretch>
              </p:blipFill>
              <p:spPr>
                <a:xfrm>
                  <a:off x="-2921738" y="8714808"/>
                  <a:ext cx="1420279" cy="1029694"/>
                </a:xfrm>
                <a:prstGeom prst="rect">
                  <a:avLst/>
                </a:prstGeom>
              </p:spPr>
            </p:pic>
            <p:sp>
              <p:nvSpPr>
                <p:cNvPr id="52" name="TextBox 51"/>
                <p:cNvSpPr txBox="1"/>
                <p:nvPr userDrawn="1"/>
              </p:nvSpPr>
              <p:spPr>
                <a:xfrm>
                  <a:off x="-2918991" y="9670656"/>
                  <a:ext cx="1417532" cy="291100"/>
                </a:xfrm>
                <a:prstGeom prst="rect">
                  <a:avLst/>
                </a:prstGeom>
                <a:solidFill>
                  <a:srgbClr val="FF0000"/>
                </a:solidFill>
              </p:spPr>
              <p:txBody>
                <a:bodyPr wrap="square" lIns="457200" tIns="91440" rIns="457200" bIns="91440" rtlCol="0">
                  <a:spAutoFit/>
                </a:bodyPr>
                <a:lstStyle/>
                <a:p>
                  <a:pPr algn="ctr"/>
                  <a:r>
                    <a:rPr lang="en-US" sz="1800" b="1" dirty="0">
                      <a:solidFill>
                        <a:schemeClr val="bg1"/>
                      </a:solidFill>
                    </a:rPr>
                    <a:t>DISTORTED</a:t>
                  </a:r>
                  <a:endParaRPr lang="en-US" sz="810" b="1" dirty="0">
                    <a:solidFill>
                      <a:schemeClr val="bg1"/>
                    </a:solidFill>
                  </a:endParaRPr>
                </a:p>
              </p:txBody>
            </p:sp>
          </p:grpSp>
          <p:pic>
            <p:nvPicPr>
              <p:cNvPr id="49" name="Picture 48"/>
              <p:cNvPicPr>
                <a:picLocks noChangeAspect="1"/>
              </p:cNvPicPr>
              <p:nvPr userDrawn="1"/>
            </p:nvPicPr>
            <p:blipFill>
              <a:blip r:embed="rId7"/>
              <a:stretch>
                <a:fillRect/>
              </a:stretch>
            </p:blipFill>
            <p:spPr>
              <a:xfrm>
                <a:off x="-4470427" y="9208123"/>
                <a:ext cx="1098742" cy="847761"/>
              </a:xfrm>
              <a:prstGeom prst="rect">
                <a:avLst/>
              </a:prstGeom>
            </p:spPr>
          </p:pic>
          <p:sp>
            <p:nvSpPr>
              <p:cNvPr id="50" name="TextBox 49"/>
              <p:cNvSpPr txBox="1"/>
              <p:nvPr userDrawn="1"/>
            </p:nvSpPr>
            <p:spPr>
              <a:xfrm>
                <a:off x="-4440600" y="9857111"/>
                <a:ext cx="1035685" cy="313508"/>
              </a:xfrm>
              <a:prstGeom prst="rect">
                <a:avLst/>
              </a:prstGeom>
              <a:noFill/>
            </p:spPr>
            <p:txBody>
              <a:bodyPr wrap="square" lIns="457200" tIns="457200" rIns="457200" bIns="0" rtlCol="0">
                <a:spAutoFit/>
              </a:bodyPr>
              <a:lstStyle/>
              <a:p>
                <a:pPr algn="ctr"/>
                <a:r>
                  <a:rPr lang="en-US" sz="1440" dirty="0">
                    <a:solidFill>
                      <a:schemeClr val="bg1"/>
                    </a:solidFill>
                  </a:rPr>
                  <a:t>Corner</a:t>
                </a:r>
                <a:r>
                  <a:rPr lang="en-US" sz="1440" baseline="0" dirty="0">
                    <a:solidFill>
                      <a:schemeClr val="bg1"/>
                    </a:solidFill>
                  </a:rPr>
                  <a:t> handles</a:t>
                </a:r>
                <a:endParaRPr lang="en-US" sz="1440" dirty="0">
                  <a:solidFill>
                    <a:schemeClr val="bg1"/>
                  </a:solidFill>
                </a:endParaRPr>
              </a:p>
            </p:txBody>
          </p:sp>
        </p:grpSp>
        <p:grpSp>
          <p:nvGrpSpPr>
            <p:cNvPr id="40" name="Group 39"/>
            <p:cNvGrpSpPr/>
            <p:nvPr userDrawn="1"/>
          </p:nvGrpSpPr>
          <p:grpSpPr>
            <a:xfrm>
              <a:off x="-10395497" y="23738190"/>
              <a:ext cx="9316420" cy="2453251"/>
              <a:chOff x="-4753477" y="10890292"/>
              <a:chExt cx="4293521"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3944284615"/>
                  </p:ext>
                </p:extLst>
              </p:nvPr>
            </p:nvGraphicFramePr>
            <p:xfrm>
              <a:off x="-4533347" y="10890299"/>
              <a:ext cx="1828800" cy="1117600"/>
            </p:xfrm>
            <a:graphic>
              <a:graphicData uri="http://schemas.openxmlformats.org/presentationml/2006/ole">
                <mc:AlternateContent xmlns:mc="http://schemas.openxmlformats.org/markup-compatibility/2006">
                  <mc:Choice xmlns:v="urn:schemas-microsoft-com:vml" Requires="v">
                    <p:oleObj spid="_x0000_s2310" name="Image" r:id="rId8" imgW="1828440" imgH="1117440" progId="Photoshop.Image.13">
                      <p:embed/>
                    </p:oleObj>
                  </mc:Choice>
                  <mc:Fallback>
                    <p:oleObj name="Image" r:id="rId8" imgW="1828440" imgH="1117440" progId="Photoshop.Image.13">
                      <p:embed/>
                      <p:pic>
                        <p:nvPicPr>
                          <p:cNvPr id="0" name=""/>
                          <p:cNvPicPr/>
                          <p:nvPr/>
                        </p:nvPicPr>
                        <p:blipFill>
                          <a:blip r:embed="rId9"/>
                          <a:stretch>
                            <a:fillRect/>
                          </a:stretch>
                        </p:blipFill>
                        <p:spPr>
                          <a:xfrm>
                            <a:off x="-4533347" y="10890299"/>
                            <a:ext cx="1828800" cy="1117600"/>
                          </a:xfrm>
                          <a:prstGeom prst="rect">
                            <a:avLst/>
                          </a:prstGeom>
                        </p:spPr>
                      </p:pic>
                    </p:oleObj>
                  </mc:Fallback>
                </mc:AlternateContent>
              </a:graphicData>
            </a:graphic>
          </p:graphicFrame>
          <p:graphicFrame>
            <p:nvGraphicFramePr>
              <p:cNvPr id="42" name="Object 41"/>
              <p:cNvGraphicFramePr>
                <a:graphicFrameLocks noChangeAspect="1"/>
              </p:cNvGraphicFramePr>
              <p:nvPr userDrawn="1">
                <p:extLst>
                  <p:ext uri="{D42A27DB-BD31-4B8C-83A1-F6EECF244321}">
                    <p14:modId xmlns:p14="http://schemas.microsoft.com/office/powerpoint/2010/main" val="1959636283"/>
                  </p:ext>
                </p:extLst>
              </p:nvPr>
            </p:nvGraphicFramePr>
            <p:xfrm>
              <a:off x="-2456641" y="10893992"/>
              <a:ext cx="1828800" cy="1117600"/>
            </p:xfrm>
            <a:graphic>
              <a:graphicData uri="http://schemas.openxmlformats.org/presentationml/2006/ole">
                <mc:AlternateContent xmlns:mc="http://schemas.openxmlformats.org/markup-compatibility/2006">
                  <mc:Choice xmlns:v="urn:schemas-microsoft-com:vml" Requires="v">
                    <p:oleObj spid="_x0000_s2311" name="Image" r:id="rId10" imgW="1828440" imgH="1117440" progId="Photoshop.Image.13">
                      <p:embed/>
                    </p:oleObj>
                  </mc:Choice>
                  <mc:Fallback>
                    <p:oleObj name="Image" r:id="rId10" imgW="1828440" imgH="1117440" progId="Photoshop.Image.13">
                      <p:embed/>
                      <p:pic>
                        <p:nvPicPr>
                          <p:cNvPr id="0" name=""/>
                          <p:cNvPicPr/>
                          <p:nvPr/>
                        </p:nvPicPr>
                        <p:blipFill>
                          <a:blip r:embed="rId11"/>
                          <a:stretch>
                            <a:fillRect/>
                          </a:stretch>
                        </p:blipFill>
                        <p:spPr>
                          <a:xfrm>
                            <a:off x="-2456641" y="10893992"/>
                            <a:ext cx="1828800" cy="1117600"/>
                          </a:xfrm>
                          <a:prstGeom prst="rect">
                            <a:avLst/>
                          </a:prstGeom>
                        </p:spPr>
                      </p:pic>
                    </p:oleObj>
                  </mc:Fallback>
                </mc:AlternateContent>
              </a:graphicData>
            </a:graphic>
          </p:graphicFrame>
          <p:sp>
            <p:nvSpPr>
              <p:cNvPr id="43" name="TextBox 42"/>
              <p:cNvSpPr txBox="1"/>
              <p:nvPr userDrawn="1"/>
            </p:nvSpPr>
            <p:spPr>
              <a:xfrm rot="16200000">
                <a:off x="-5235785" y="11372600"/>
                <a:ext cx="1117601" cy="152986"/>
              </a:xfrm>
              <a:prstGeom prst="rect">
                <a:avLst/>
              </a:prstGeom>
              <a:noFill/>
            </p:spPr>
            <p:txBody>
              <a:bodyPr wrap="square" lIns="91440" tIns="91440" rIns="91440" bIns="0" rtlCol="0">
                <a:spAutoFit/>
              </a:bodyPr>
              <a:lstStyle/>
              <a:p>
                <a:pPr algn="ctr"/>
                <a:r>
                  <a:rPr lang="en-US" sz="1800" dirty="0">
                    <a:solidFill>
                      <a:srgbClr val="92D050"/>
                    </a:solidFill>
                  </a:rPr>
                  <a:t>Good</a:t>
                </a:r>
                <a:r>
                  <a:rPr lang="en-US" sz="1800" baseline="0" dirty="0">
                    <a:solidFill>
                      <a:srgbClr val="92D050"/>
                    </a:solidFill>
                  </a:rPr>
                  <a:t> </a:t>
                </a:r>
                <a:r>
                  <a:rPr lang="en-US" sz="1800" baseline="0" dirty="0">
                    <a:solidFill>
                      <a:schemeClr val="bg1"/>
                    </a:solidFill>
                  </a:rPr>
                  <a:t>printing quality</a:t>
                </a:r>
                <a:endParaRPr lang="en-US" sz="1800" dirty="0">
                  <a:solidFill>
                    <a:schemeClr val="bg1"/>
                  </a:solidFill>
                </a:endParaRPr>
              </a:p>
            </p:txBody>
          </p:sp>
          <p:sp>
            <p:nvSpPr>
              <p:cNvPr id="44" name="TextBox 43"/>
              <p:cNvSpPr txBox="1"/>
              <p:nvPr userDrawn="1"/>
            </p:nvSpPr>
            <p:spPr>
              <a:xfrm rot="16200000">
                <a:off x="-1095250" y="11382127"/>
                <a:ext cx="1117601" cy="152986"/>
              </a:xfrm>
              <a:prstGeom prst="rect">
                <a:avLst/>
              </a:prstGeom>
              <a:noFill/>
            </p:spPr>
            <p:txBody>
              <a:bodyPr wrap="square" lIns="91440" tIns="91440" rIns="91440" bIns="0" rtlCol="0">
                <a:spAutoFit/>
              </a:bodyPr>
              <a:lstStyle/>
              <a:p>
                <a:pPr algn="ctr"/>
                <a:r>
                  <a:rPr lang="en-US" sz="1800" dirty="0">
                    <a:solidFill>
                      <a:srgbClr val="FF0000"/>
                    </a:solidFill>
                  </a:rPr>
                  <a:t>Bad </a:t>
                </a:r>
                <a:r>
                  <a:rPr lang="en-US" sz="1800" dirty="0">
                    <a:solidFill>
                      <a:schemeClr val="bg1"/>
                    </a:solidFill>
                  </a:rPr>
                  <a:t>printing quality</a:t>
                </a:r>
              </a:p>
            </p:txBody>
          </p:sp>
        </p:grpSp>
      </p:grpSp>
      <p:grpSp>
        <p:nvGrpSpPr>
          <p:cNvPr id="55" name="Group 54"/>
          <p:cNvGrpSpPr/>
          <p:nvPr userDrawn="1"/>
        </p:nvGrpSpPr>
        <p:grpSpPr>
          <a:xfrm>
            <a:off x="27804389" y="1"/>
            <a:ext cx="12284832" cy="32956206"/>
            <a:chOff x="44157839" y="-55065"/>
            <a:chExt cx="11062139" cy="32973465"/>
          </a:xfrm>
        </p:grpSpPr>
        <p:sp>
          <p:nvSpPr>
            <p:cNvPr id="56" name="Rectangle 55"/>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3600" b="1" spc="540" dirty="0">
                  <a:solidFill>
                    <a:schemeClr val="bg1"/>
                  </a:solidFill>
                  <a:latin typeface="Trebuchet MS" pitchFamily="34" charset="0"/>
                </a:rPr>
                <a:t>QUICK START (cont.)</a:t>
              </a:r>
            </a:p>
            <a:p>
              <a:pPr algn="ctr"/>
              <a:endParaRPr lang="en-US" sz="3240" b="1" baseline="0" dirty="0">
                <a:solidFill>
                  <a:schemeClr val="bg1"/>
                </a:solidFill>
                <a:latin typeface="Trebuchet MS" pitchFamily="34" charset="0"/>
              </a:endParaRPr>
            </a:p>
            <a:p>
              <a:pPr algn="ctr"/>
              <a:r>
                <a:rPr lang="en-US" sz="2880" b="1" baseline="0" dirty="0">
                  <a:solidFill>
                    <a:srgbClr val="FFC000"/>
                  </a:solidFill>
                  <a:latin typeface="Trebuchet MS" pitchFamily="34" charset="0"/>
                </a:rPr>
                <a:t>How to change the template color theme</a:t>
              </a:r>
            </a:p>
            <a:p>
              <a:pPr marL="0" marR="0" lvl="2" indent="0" algn="l" defTabSz="102870" rtl="0" eaLnBrk="1" fontAlgn="auto" latinLnBrk="0" hangingPunct="1">
                <a:lnSpc>
                  <a:spcPct val="100000"/>
                </a:lnSpc>
                <a:spcBef>
                  <a:spcPts val="0"/>
                </a:spcBef>
                <a:spcAft>
                  <a:spcPts val="0"/>
                </a:spcAft>
                <a:buClrTx/>
                <a:buSzTx/>
                <a:buFontTx/>
                <a:buNone/>
                <a:tabLst/>
                <a:defRPr/>
              </a:pPr>
              <a:r>
                <a:rPr lang="en-US" sz="216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160" b="0" spc="0" baseline="0" dirty="0">
                  <a:solidFill>
                    <a:schemeClr val="bg1">
                      <a:lumMod val="75000"/>
                    </a:schemeClr>
                  </a:solidFill>
                  <a:latin typeface="Trebuchet MS" pitchFamily="34" charset="0"/>
                </a:rPr>
                <a:t>also create your own color theme.</a:t>
              </a:r>
            </a:p>
            <a:p>
              <a:pPr marL="0" marR="0" lvl="2" indent="0" algn="l" defTabSz="102870" rtl="0" eaLnBrk="1" fontAlgn="auto" latinLnBrk="0" hangingPunct="1">
                <a:lnSpc>
                  <a:spcPct val="100000"/>
                </a:lnSpc>
                <a:spcBef>
                  <a:spcPts val="0"/>
                </a:spcBef>
                <a:spcAft>
                  <a:spcPts val="0"/>
                </a:spcAft>
                <a:buClrTx/>
                <a:buSzTx/>
                <a:buFontTx/>
                <a:buNone/>
                <a:tabLst/>
                <a:defRPr/>
              </a:pPr>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endParaRPr lang="en-US" sz="2160" b="0" baseline="0" dirty="0">
                <a:solidFill>
                  <a:schemeClr val="bg1">
                    <a:lumMod val="75000"/>
                  </a:schemeClr>
                </a:solidFill>
                <a:latin typeface="Trebuchet MS" pitchFamily="34" charset="0"/>
              </a:endParaRPr>
            </a:p>
            <a:p>
              <a:pPr marL="0" indent="0" algn="l" defTabSz="102870"/>
              <a:r>
                <a:rPr lang="en-US" sz="216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02870"/>
              <a:endParaRPr lang="en-US" sz="2160" b="0" baseline="0" dirty="0">
                <a:solidFill>
                  <a:schemeClr val="bg1">
                    <a:lumMod val="75000"/>
                  </a:schemeClr>
                </a:solidFill>
                <a:latin typeface="Trebuchet MS" pitchFamily="34" charset="0"/>
              </a:endParaRPr>
            </a:p>
            <a:p>
              <a:pPr algn="ctr"/>
              <a:r>
                <a:rPr lang="en-US" sz="2880" b="1" baseline="0" dirty="0">
                  <a:solidFill>
                    <a:srgbClr val="FFC000"/>
                  </a:solidFill>
                  <a:latin typeface="Trebuchet MS" pitchFamily="34" charset="0"/>
                </a:rPr>
                <a:t>How to add Text</a:t>
              </a:r>
            </a:p>
            <a:p>
              <a:pPr marL="3086100" lvl="2" indent="0" algn="l" defTabSz="102870"/>
              <a:r>
                <a:rPr lang="en-US" sz="216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366507" lvl="2" indent="0" algn="l" defTabSz="102870"/>
              <a:endParaRPr lang="en-US" sz="2160" b="0" baseline="0" dirty="0">
                <a:solidFill>
                  <a:schemeClr val="bg1">
                    <a:lumMod val="75000"/>
                  </a:schemeClr>
                </a:solidFill>
                <a:latin typeface="Trebuchet MS" pitchFamily="34" charset="0"/>
              </a:endParaRPr>
            </a:p>
            <a:p>
              <a:pPr marL="0" marR="0" lvl="0" indent="0" algn="ctr" defTabSz="1366507" rtl="0" eaLnBrk="1" fontAlgn="auto" latinLnBrk="0" hangingPunct="1">
                <a:lnSpc>
                  <a:spcPct val="100000"/>
                </a:lnSpc>
                <a:spcBef>
                  <a:spcPts val="0"/>
                </a:spcBef>
                <a:spcAft>
                  <a:spcPts val="0"/>
                </a:spcAft>
                <a:buClrTx/>
                <a:buSzTx/>
                <a:buFontTx/>
                <a:buNone/>
                <a:tabLst/>
                <a:defRPr/>
              </a:pPr>
              <a:r>
                <a:rPr lang="en-US" sz="2160" b="0" baseline="0" dirty="0">
                  <a:solidFill>
                    <a:schemeClr val="bg1">
                      <a:lumMod val="75000"/>
                    </a:schemeClr>
                  </a:solidFill>
                  <a:latin typeface="Trebuchet MS" pitchFamily="34" charset="0"/>
                </a:rPr>
                <a:t> </a:t>
              </a:r>
              <a:r>
                <a:rPr kumimoji="0" lang="en-US" sz="288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02870" rtl="0" eaLnBrk="1" fontAlgn="auto" latinLnBrk="0" hangingPunct="1">
                <a:lnSpc>
                  <a:spcPct val="100000"/>
                </a:lnSpc>
                <a:spcBef>
                  <a:spcPts val="0"/>
                </a:spcBef>
                <a:spcAft>
                  <a:spcPts val="0"/>
                </a:spcAft>
                <a:buClrTx/>
                <a:buSzTx/>
                <a:buFontTx/>
                <a:buNone/>
                <a:tabLst/>
                <a:defRPr/>
              </a:pP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a:t>
              </a:r>
              <a:b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b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The default template text offers a good starting point. Follow the conference requirements.</a:t>
              </a:r>
              <a:endParaRPr lang="en-US" sz="2160" b="0" baseline="0" dirty="0">
                <a:solidFill>
                  <a:schemeClr val="bg1">
                    <a:lumMod val="75000"/>
                  </a:schemeClr>
                </a:solidFill>
                <a:latin typeface="Trebuchet MS" pitchFamily="34" charset="0"/>
              </a:endParaRPr>
            </a:p>
            <a:p>
              <a:pPr marL="1366507" lvl="2" indent="0" algn="l" defTabSz="102870"/>
              <a:endParaRPr lang="en-US" sz="2160" b="0" baseline="0" dirty="0">
                <a:solidFill>
                  <a:schemeClr val="bg1">
                    <a:lumMod val="75000"/>
                  </a:schemeClr>
                </a:solidFill>
                <a:latin typeface="Trebuchet MS" pitchFamily="34" charset="0"/>
              </a:endParaRPr>
            </a:p>
            <a:p>
              <a:pPr algn="ctr"/>
              <a:r>
                <a:rPr lang="en-US" sz="2880" b="1" baseline="0" dirty="0">
                  <a:solidFill>
                    <a:srgbClr val="FFC000"/>
                  </a:solidFill>
                  <a:latin typeface="Trebuchet MS" pitchFamily="34" charset="0"/>
                </a:rPr>
                <a:t>How to add Tables</a:t>
              </a:r>
            </a:p>
            <a:p>
              <a:pPr marL="1800225" lvl="1" indent="0" algn="l" defTabSz="102870"/>
              <a:r>
                <a:rPr lang="en-US" sz="2160" b="0" baseline="0" dirty="0">
                  <a:solidFill>
                    <a:schemeClr val="bg1">
                      <a:lumMod val="75000"/>
                    </a:schemeClr>
                  </a:solidFill>
                  <a:latin typeface="Trebuchet MS" pitchFamily="34" charset="0"/>
                </a:rPr>
                <a:t>To add a table from scratch go to the INSERT menu and </a:t>
              </a:r>
              <a:br>
                <a:rPr lang="en-US" sz="2160" b="0" baseline="0" dirty="0">
                  <a:solidFill>
                    <a:schemeClr val="bg1">
                      <a:lumMod val="75000"/>
                    </a:schemeClr>
                  </a:solidFill>
                  <a:latin typeface="Trebuchet MS" pitchFamily="34" charset="0"/>
                </a:rPr>
              </a:br>
              <a:r>
                <a:rPr lang="en-US" sz="2160" b="0" baseline="0" dirty="0">
                  <a:solidFill>
                    <a:schemeClr val="bg1">
                      <a:lumMod val="75000"/>
                    </a:schemeClr>
                  </a:solidFill>
                  <a:latin typeface="Trebuchet MS" pitchFamily="34" charset="0"/>
                </a:rPr>
                <a:t>click on TABLE. A drop-down box will help you select rows and columns. </a:t>
              </a:r>
            </a:p>
            <a:p>
              <a:pPr marL="0" lvl="0" indent="0" algn="l" defTabSz="102870"/>
              <a:r>
                <a:rPr lang="en-US" sz="216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02870"/>
              <a:endParaRPr lang="en-US" sz="2160" b="0" baseline="0" dirty="0">
                <a:solidFill>
                  <a:schemeClr val="bg1">
                    <a:lumMod val="75000"/>
                  </a:schemeClr>
                </a:solidFill>
                <a:latin typeface="Trebuchet MS" pitchFamily="34" charset="0"/>
              </a:endParaRPr>
            </a:p>
            <a:p>
              <a:pPr marL="0" marR="0" lvl="0" indent="0" algn="ctr" defTabSz="1366507" rtl="0" eaLnBrk="1" fontAlgn="auto" latinLnBrk="0" hangingPunct="1">
                <a:lnSpc>
                  <a:spcPct val="100000"/>
                </a:lnSpc>
                <a:spcBef>
                  <a:spcPts val="0"/>
                </a:spcBef>
                <a:spcAft>
                  <a:spcPts val="0"/>
                </a:spcAft>
                <a:buClrTx/>
                <a:buSzTx/>
                <a:buFontTx/>
                <a:buNone/>
                <a:tabLst/>
                <a:defRPr/>
              </a:pPr>
              <a:r>
                <a:rPr kumimoji="0" lang="en-US" sz="288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02870" rtl="0" eaLnBrk="1" fontAlgn="auto" latinLnBrk="0" hangingPunct="1">
                <a:lnSpc>
                  <a:spcPct val="100000"/>
                </a:lnSpc>
                <a:spcBef>
                  <a:spcPts val="0"/>
                </a:spcBef>
                <a:spcAft>
                  <a:spcPts val="0"/>
                </a:spcAft>
                <a:buClrTx/>
                <a:buSzTx/>
                <a:buFontTx/>
                <a:buNone/>
                <a:tabLst/>
                <a:defRPr/>
              </a:pP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0287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366507" rtl="0" eaLnBrk="1" fontAlgn="auto" latinLnBrk="0" hangingPunct="1">
                <a:lnSpc>
                  <a:spcPct val="100000"/>
                </a:lnSpc>
                <a:spcBef>
                  <a:spcPts val="0"/>
                </a:spcBef>
                <a:spcAft>
                  <a:spcPts val="0"/>
                </a:spcAft>
                <a:buClrTx/>
                <a:buSzTx/>
                <a:buFontTx/>
                <a:buNone/>
                <a:tabLst/>
                <a:defRPr/>
              </a:pPr>
              <a:r>
                <a:rPr kumimoji="0" lang="en-US" sz="288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02870" rtl="0" eaLnBrk="1" fontAlgn="auto" latinLnBrk="0" hangingPunct="1">
                <a:lnSpc>
                  <a:spcPct val="100000"/>
                </a:lnSpc>
                <a:spcBef>
                  <a:spcPts val="0"/>
                </a:spcBef>
                <a:spcAft>
                  <a:spcPts val="0"/>
                </a:spcAft>
                <a:buClrTx/>
                <a:buSzTx/>
                <a:buFontTx/>
                <a:buNone/>
                <a:tabLst/>
                <a:defRPr/>
              </a:pP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366507" rtl="0" eaLnBrk="1" fontAlgn="auto" latinLnBrk="0" hangingPunct="1">
                <a:lnSpc>
                  <a:spcPct val="100000"/>
                </a:lnSpc>
                <a:spcBef>
                  <a:spcPts val="0"/>
                </a:spcBef>
                <a:spcAft>
                  <a:spcPts val="0"/>
                </a:spcAft>
                <a:buClrTx/>
                <a:buSzTx/>
                <a:buFontTx/>
                <a:buNone/>
                <a:tabLst/>
                <a:defRPr/>
              </a:pPr>
              <a:endParaRPr kumimoji="0" lang="en-US" sz="288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366507" rtl="0" eaLnBrk="1" fontAlgn="auto" latinLnBrk="0" hangingPunct="1">
                <a:lnSpc>
                  <a:spcPct val="100000"/>
                </a:lnSpc>
                <a:spcBef>
                  <a:spcPts val="0"/>
                </a:spcBef>
                <a:spcAft>
                  <a:spcPts val="0"/>
                </a:spcAft>
                <a:buClrTx/>
                <a:buSzTx/>
                <a:buFontTx/>
                <a:buNone/>
                <a:tabLst/>
                <a:defRPr/>
              </a:pPr>
              <a:r>
                <a:rPr kumimoji="0" lang="en-US" sz="288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02870" rtl="0" eaLnBrk="1" fontAlgn="auto" latinLnBrk="0" hangingPunct="1">
                <a:lnSpc>
                  <a:spcPct val="100000"/>
                </a:lnSpc>
                <a:spcBef>
                  <a:spcPts val="0"/>
                </a:spcBef>
                <a:spcAft>
                  <a:spcPts val="0"/>
                </a:spcAft>
                <a:buClrTx/>
                <a:buSzTx/>
                <a:buFontTx/>
                <a:buNone/>
                <a:tabLst/>
                <a:defRPr/>
              </a:pP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0287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366507" rtl="0" eaLnBrk="1" fontAlgn="auto" latinLnBrk="0" hangingPunct="1">
                <a:lnSpc>
                  <a:spcPct val="100000"/>
                </a:lnSpc>
                <a:spcBef>
                  <a:spcPts val="0"/>
                </a:spcBef>
                <a:spcAft>
                  <a:spcPts val="0"/>
                </a:spcAft>
                <a:buClrTx/>
                <a:buSzTx/>
                <a:buFontTx/>
                <a:buNone/>
                <a:tabLst/>
                <a:defRPr/>
              </a:pPr>
              <a:r>
                <a:rPr kumimoji="0" lang="en-US" sz="288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02870" rtl="0" eaLnBrk="1" fontAlgn="auto" latinLnBrk="0" hangingPunct="1">
                <a:lnSpc>
                  <a:spcPct val="100000"/>
                </a:lnSpc>
                <a:spcBef>
                  <a:spcPts val="0"/>
                </a:spcBef>
                <a:spcAft>
                  <a:spcPts val="0"/>
                </a:spcAft>
                <a:buClrTx/>
                <a:buSzTx/>
                <a:buFontTx/>
                <a:buNone/>
                <a:tabLst/>
                <a:defRPr/>
              </a:pP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02870" rtl="0" eaLnBrk="1" fontAlgn="auto" latinLnBrk="0" hangingPunct="1">
                <a:lnSpc>
                  <a:spcPct val="100000"/>
                </a:lnSpc>
                <a:spcBef>
                  <a:spcPts val="0"/>
                </a:spcBef>
                <a:spcAft>
                  <a:spcPts val="0"/>
                </a:spcAft>
                <a:buClrTx/>
                <a:buSzTx/>
                <a:buFontTx/>
                <a:buNone/>
                <a:tabLst/>
                <a:defRPr/>
              </a:pPr>
              <a:endParaRPr lang="en-US" sz="2160" b="0" baseline="0" dirty="0">
                <a:solidFill>
                  <a:schemeClr val="bg1">
                    <a:lumMod val="75000"/>
                  </a:schemeClr>
                </a:solidFill>
                <a:latin typeface="Trebuchet MS" pitchFamily="34" charset="0"/>
              </a:endParaRPr>
            </a:p>
            <a:p>
              <a:pPr marL="0" marR="0" lvl="0" indent="0" algn="ctr" defTabSz="1366507" rtl="0" eaLnBrk="1" fontAlgn="auto" latinLnBrk="0" hangingPunct="1">
                <a:lnSpc>
                  <a:spcPct val="100000"/>
                </a:lnSpc>
                <a:spcBef>
                  <a:spcPts val="0"/>
                </a:spcBef>
                <a:spcAft>
                  <a:spcPts val="0"/>
                </a:spcAft>
                <a:buClrTx/>
                <a:buSzTx/>
                <a:buFontTx/>
                <a:buNone/>
                <a:tabLst/>
                <a:defRPr/>
              </a:pPr>
              <a:r>
                <a:rPr kumimoji="0" lang="en-US" sz="288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02870" rtl="0" eaLnBrk="1" fontAlgn="auto" latinLnBrk="0" hangingPunct="1">
                <a:lnSpc>
                  <a:spcPct val="100000"/>
                </a:lnSpc>
                <a:spcBef>
                  <a:spcPts val="0"/>
                </a:spcBef>
                <a:spcAft>
                  <a:spcPts val="0"/>
                </a:spcAft>
                <a:buClrTx/>
                <a:buSzTx/>
                <a:buFontTx/>
                <a:buNone/>
                <a:tabLst/>
                <a:defRPr/>
              </a:pPr>
              <a:r>
                <a:rPr kumimoji="0" lang="en-US" sz="216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02870" rtl="0" eaLnBrk="1" fontAlgn="auto" latinLnBrk="0" hangingPunct="1">
                <a:lnSpc>
                  <a:spcPct val="100000"/>
                </a:lnSpc>
                <a:spcBef>
                  <a:spcPts val="0"/>
                </a:spcBef>
                <a:spcAft>
                  <a:spcPts val="0"/>
                </a:spcAft>
                <a:buClrTx/>
                <a:buSzTx/>
                <a:buFontTx/>
                <a:buNone/>
                <a:tabLst/>
                <a:defRPr/>
              </a:pPr>
              <a:endParaRPr kumimoji="0" lang="en-US" sz="252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7" name="Object 56"/>
            <p:cNvGraphicFramePr>
              <a:graphicFrameLocks noChangeAspect="1"/>
            </p:cNvGraphicFramePr>
            <p:nvPr userDrawn="1">
              <p:extLst>
                <p:ext uri="{D42A27DB-BD31-4B8C-83A1-F6EECF244321}">
                  <p14:modId xmlns:p14="http://schemas.microsoft.com/office/powerpoint/2010/main" val="4022661947"/>
                </p:ext>
              </p:extLst>
            </p:nvPr>
          </p:nvGraphicFramePr>
          <p:xfrm>
            <a:off x="46871237" y="3286607"/>
            <a:ext cx="5586150" cy="2063772"/>
          </p:xfrm>
          <a:graphic>
            <a:graphicData uri="http://schemas.openxmlformats.org/presentationml/2006/ole">
              <mc:AlternateContent xmlns:mc="http://schemas.openxmlformats.org/markup-compatibility/2006">
                <mc:Choice xmlns:v="urn:schemas-microsoft-com:vml" Requires="v">
                  <p:oleObj spid="_x0000_s2312" name="Image" r:id="rId12" imgW="4571280" imgH="1688760" progId="Photoshop.Image.13">
                    <p:embed/>
                  </p:oleObj>
                </mc:Choice>
                <mc:Fallback>
                  <p:oleObj name="Image" r:id="rId12" imgW="4571280" imgH="1688760" progId="Photoshop.Image.13">
                    <p:embed/>
                    <p:pic>
                      <p:nvPicPr>
                        <p:cNvPr id="0" name=""/>
                        <p:cNvPicPr/>
                        <p:nvPr/>
                      </p:nvPicPr>
                      <p:blipFill>
                        <a:blip r:embed="rId13"/>
                        <a:stretch>
                          <a:fillRect/>
                        </a:stretch>
                      </p:blipFill>
                      <p:spPr>
                        <a:xfrm>
                          <a:off x="46871237" y="3286607"/>
                          <a:ext cx="5586150" cy="2063772"/>
                        </a:xfrm>
                        <a:prstGeom prst="rect">
                          <a:avLst/>
                        </a:prstGeom>
                      </p:spPr>
                    </p:pic>
                  </p:oleObj>
                </mc:Fallback>
              </mc:AlternateContent>
            </a:graphicData>
          </a:graphic>
        </p:graphicFrame>
        <p:pic>
          <p:nvPicPr>
            <p:cNvPr id="58" name="Picture 57"/>
            <p:cNvPicPr>
              <a:picLocks noChangeAspect="1"/>
            </p:cNvPicPr>
            <p:nvPr userDrawn="1"/>
          </p:nvPicPr>
          <p:blipFill>
            <a:blip r:embed="rId14"/>
            <a:stretch>
              <a:fillRect/>
            </a:stretch>
          </p:blipFill>
          <p:spPr>
            <a:xfrm>
              <a:off x="44487207" y="7579895"/>
              <a:ext cx="2969584" cy="1370577"/>
            </a:xfrm>
            <a:prstGeom prst="rect">
              <a:avLst/>
            </a:prstGeom>
            <a:ln>
              <a:noFill/>
            </a:ln>
          </p:spPr>
        </p:pic>
        <p:graphicFrame>
          <p:nvGraphicFramePr>
            <p:cNvPr id="59" name="Object 58"/>
            <p:cNvGraphicFramePr>
              <a:graphicFrameLocks noChangeAspect="1"/>
            </p:cNvGraphicFramePr>
            <p:nvPr userDrawn="1">
              <p:extLst>
                <p:ext uri="{D42A27DB-BD31-4B8C-83A1-F6EECF244321}">
                  <p14:modId xmlns:p14="http://schemas.microsoft.com/office/powerpoint/2010/main" val="1198015845"/>
                </p:ext>
              </p:extLst>
            </p:nvPr>
          </p:nvGraphicFramePr>
          <p:xfrm>
            <a:off x="44629619" y="11328671"/>
            <a:ext cx="1482266" cy="992162"/>
          </p:xfrm>
          <a:graphic>
            <a:graphicData uri="http://schemas.openxmlformats.org/presentationml/2006/ole">
              <mc:AlternateContent xmlns:mc="http://schemas.openxmlformats.org/markup-compatibility/2006">
                <mc:Choice xmlns:v="urn:schemas-microsoft-com:vml" Requires="v">
                  <p:oleObj spid="_x0000_s2313" name="Image" r:id="rId15" imgW="1574280" imgH="1053720" progId="Photoshop.Image.13">
                    <p:embed/>
                  </p:oleObj>
                </mc:Choice>
                <mc:Fallback>
                  <p:oleObj name="Image" r:id="rId15" imgW="1574280" imgH="1053720" progId="Photoshop.Image.13">
                    <p:embed/>
                    <p:pic>
                      <p:nvPicPr>
                        <p:cNvPr id="0" name=""/>
                        <p:cNvPicPr/>
                        <p:nvPr/>
                      </p:nvPicPr>
                      <p:blipFill>
                        <a:blip r:embed="rId16"/>
                        <a:stretch>
                          <a:fillRect/>
                        </a:stretch>
                      </p:blipFill>
                      <p:spPr>
                        <a:xfrm>
                          <a:off x="44629619" y="11328671"/>
                          <a:ext cx="1482266" cy="992162"/>
                        </a:xfrm>
                        <a:prstGeom prst="rect">
                          <a:avLst/>
                        </a:prstGeom>
                      </p:spPr>
                    </p:pic>
                  </p:oleObj>
                </mc:Fallback>
              </mc:AlternateContent>
            </a:graphicData>
          </a:graphic>
        </p:graphicFrame>
        <p:grpSp>
          <p:nvGrpSpPr>
            <p:cNvPr id="60" name="Group 59"/>
            <p:cNvGrpSpPr/>
            <p:nvPr userDrawn="1"/>
          </p:nvGrpSpPr>
          <p:grpSpPr>
            <a:xfrm>
              <a:off x="44487207" y="29414560"/>
              <a:ext cx="10354213" cy="1265612"/>
              <a:chOff x="44200453" y="28362386"/>
              <a:chExt cx="9771399" cy="1090622"/>
            </a:xfrm>
          </p:grpSpPr>
          <p:sp>
            <p:nvSpPr>
              <p:cNvPr id="62" name="Rounded Rectangle 61"/>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60"/>
              </a:p>
            </p:txBody>
          </p:sp>
          <p:pic>
            <p:nvPicPr>
              <p:cNvPr id="63" name="Picture 7" descr="http://t2.gstatic.com/images?q=tbn:ANd9GcR4APHC6TT9w54M2zn_pvCiBxUNcspYPoVxirLRphBoJabfSvu7zw">
                <a:hlinkClick r:id="rId17"/>
              </p:cNvPr>
              <p:cNvPicPr>
                <a:picLocks noChangeAspect="1" noChangeArrowheads="1"/>
              </p:cNvPicPr>
              <p:nvPr userDrawn="1"/>
            </p:nvPicPr>
            <p:blipFill>
              <a:blip r:embed="rId18" cstate="print"/>
              <a:srcRect/>
              <a:stretch>
                <a:fillRect/>
              </a:stretch>
            </p:blipFill>
            <p:spPr bwMode="auto">
              <a:xfrm>
                <a:off x="44326393" y="28460718"/>
                <a:ext cx="914401" cy="914399"/>
              </a:xfrm>
              <a:prstGeom prst="rect">
                <a:avLst/>
              </a:prstGeom>
              <a:noFill/>
              <a:ln>
                <a:noFill/>
              </a:ln>
            </p:spPr>
          </p:pic>
          <p:sp>
            <p:nvSpPr>
              <p:cNvPr id="64" name="TextBox 63"/>
              <p:cNvSpPr txBox="1"/>
              <p:nvPr userDrawn="1"/>
            </p:nvSpPr>
            <p:spPr>
              <a:xfrm>
                <a:off x="45300663" y="28552305"/>
                <a:ext cx="8671189" cy="652787"/>
              </a:xfrm>
              <a:prstGeom prst="rect">
                <a:avLst/>
              </a:prstGeom>
              <a:noFill/>
              <a:ln>
                <a:noFill/>
              </a:ln>
            </p:spPr>
            <p:txBody>
              <a:bodyPr wrap="square" rtlCol="0">
                <a:spAutoFit/>
              </a:bodyPr>
              <a:lstStyle/>
              <a:p>
                <a:r>
                  <a:rPr lang="en-US" sz="2160" dirty="0">
                    <a:solidFill>
                      <a:schemeClr val="tx2"/>
                    </a:solidFill>
                    <a:latin typeface="Trebuchet MS" pitchFamily="34" charset="0"/>
                  </a:rPr>
                  <a:t>Student</a:t>
                </a:r>
                <a:r>
                  <a:rPr lang="en-US" sz="2160" baseline="0" dirty="0">
                    <a:solidFill>
                      <a:schemeClr val="tx2"/>
                    </a:solidFill>
                    <a:latin typeface="Trebuchet MS" pitchFamily="34" charset="0"/>
                  </a:rPr>
                  <a:t> discounts are available on our </a:t>
                </a:r>
                <a:r>
                  <a:rPr lang="en-US" sz="2160" baseline="0" dirty="0" err="1">
                    <a:solidFill>
                      <a:schemeClr val="tx2"/>
                    </a:solidFill>
                    <a:latin typeface="Trebuchet MS" pitchFamily="34" charset="0"/>
                  </a:rPr>
                  <a:t>Facebook</a:t>
                </a:r>
                <a:r>
                  <a:rPr lang="en-US" sz="2160" baseline="0" dirty="0">
                    <a:solidFill>
                      <a:schemeClr val="tx2"/>
                    </a:solidFill>
                    <a:latin typeface="Trebuchet MS" pitchFamily="34" charset="0"/>
                  </a:rPr>
                  <a:t> page.</a:t>
                </a:r>
                <a:br>
                  <a:rPr lang="en-US" sz="2160" baseline="0" dirty="0">
                    <a:solidFill>
                      <a:schemeClr val="tx2"/>
                    </a:solidFill>
                    <a:latin typeface="Trebuchet MS" pitchFamily="34" charset="0"/>
                  </a:rPr>
                </a:br>
                <a:r>
                  <a:rPr lang="en-US" sz="2160" baseline="0" dirty="0">
                    <a:solidFill>
                      <a:schemeClr val="tx2"/>
                    </a:solidFill>
                    <a:latin typeface="Trebuchet MS" pitchFamily="34" charset="0"/>
                  </a:rPr>
                  <a:t>Go to </a:t>
                </a:r>
                <a:r>
                  <a:rPr lang="en-US" sz="2160" u="sng" baseline="0" dirty="0">
                    <a:solidFill>
                      <a:schemeClr val="tx2"/>
                    </a:solidFill>
                    <a:latin typeface="Trebuchet MS" pitchFamily="34" charset="0"/>
                  </a:rPr>
                  <a:t>PosterPresentations.com</a:t>
                </a:r>
                <a:r>
                  <a:rPr lang="en-US" sz="2160" baseline="0" dirty="0">
                    <a:solidFill>
                      <a:schemeClr val="tx2"/>
                    </a:solidFill>
                    <a:latin typeface="Trebuchet MS" pitchFamily="34" charset="0"/>
                  </a:rPr>
                  <a:t> and click on the FB icon. </a:t>
                </a:r>
                <a:endParaRPr lang="en-US" sz="2160" dirty="0">
                  <a:solidFill>
                    <a:schemeClr val="tx2"/>
                  </a:solidFill>
                  <a:latin typeface="Trebuchet MS" pitchFamily="34" charset="0"/>
                </a:endParaRPr>
              </a:p>
            </p:txBody>
          </p:sp>
        </p:grpSp>
      </p:grpSp>
      <p:sp>
        <p:nvSpPr>
          <p:cNvPr id="35" name="TextBox 34"/>
          <p:cNvSpPr txBox="1"/>
          <p:nvPr userDrawn="1"/>
        </p:nvSpPr>
        <p:spPr>
          <a:xfrm>
            <a:off x="28170163" y="31208504"/>
            <a:ext cx="7629577" cy="1239156"/>
          </a:xfrm>
          <a:prstGeom prst="rect">
            <a:avLst/>
          </a:prstGeom>
          <a:noFill/>
        </p:spPr>
        <p:txBody>
          <a:bodyPr wrap="square" lIns="58774" tIns="29386" rIns="58774" bIns="29386" rtlCol="0">
            <a:spAutoFit/>
          </a:bodyPr>
          <a:lstStyle/>
          <a:p>
            <a:pPr marL="260033" indent="-260033">
              <a:lnSpc>
                <a:spcPts val="2340"/>
              </a:lnSpc>
            </a:pPr>
            <a:r>
              <a:rPr lang="en-US" sz="2520" dirty="0">
                <a:solidFill>
                  <a:schemeClr val="bg1"/>
                </a:solidFill>
              </a:rPr>
              <a:t>©2015</a:t>
            </a:r>
            <a:r>
              <a:rPr lang="en-US" sz="2520" baseline="0" dirty="0">
                <a:solidFill>
                  <a:schemeClr val="bg1"/>
                </a:solidFill>
              </a:rPr>
              <a:t> </a:t>
            </a:r>
            <a:r>
              <a:rPr lang="en-US" sz="2520" dirty="0">
                <a:solidFill>
                  <a:schemeClr val="bg1"/>
                </a:solidFill>
              </a:rPr>
              <a:t>PosterPresentations.com</a:t>
            </a:r>
            <a:br>
              <a:rPr lang="en-US" sz="2520" dirty="0">
                <a:solidFill>
                  <a:schemeClr val="bg1"/>
                </a:solidFill>
              </a:rPr>
            </a:br>
            <a:r>
              <a:rPr lang="en-US" sz="2160" dirty="0">
                <a:solidFill>
                  <a:schemeClr val="bg1"/>
                </a:solidFill>
              </a:rPr>
              <a:t>2117 Fourth Street ,</a:t>
            </a:r>
            <a:r>
              <a:rPr lang="en-US" sz="2160" baseline="0" dirty="0">
                <a:solidFill>
                  <a:schemeClr val="bg1"/>
                </a:solidFill>
              </a:rPr>
              <a:t> Unit C        </a:t>
            </a:r>
          </a:p>
          <a:p>
            <a:pPr marL="260033" indent="0">
              <a:lnSpc>
                <a:spcPts val="2340"/>
              </a:lnSpc>
            </a:pPr>
            <a:r>
              <a:rPr lang="en-US" sz="2160" baseline="0" dirty="0">
                <a:solidFill>
                  <a:schemeClr val="bg1"/>
                </a:solidFill>
              </a:rPr>
              <a:t>Berkeley CA </a:t>
            </a:r>
            <a:r>
              <a:rPr lang="en-US" sz="1800" baseline="0" dirty="0">
                <a:solidFill>
                  <a:schemeClr val="bg1"/>
                </a:solidFill>
              </a:rPr>
              <a:t>94710</a:t>
            </a:r>
            <a:br>
              <a:rPr lang="en-US" sz="2160" baseline="0" dirty="0">
                <a:solidFill>
                  <a:schemeClr val="bg1"/>
                </a:solidFill>
              </a:rPr>
            </a:br>
            <a:r>
              <a:rPr lang="en-US" sz="2160" b="1" baseline="0" dirty="0">
                <a:solidFill>
                  <a:srgbClr val="FFFF00"/>
                </a:solidFill>
              </a:rPr>
              <a:t>posterpresenter@gmail.com</a:t>
            </a:r>
            <a:endParaRPr lang="en-US" sz="2520" b="1" dirty="0">
              <a:solidFill>
                <a:srgbClr val="FFFF00"/>
              </a:solidFill>
            </a:endParaRPr>
          </a:p>
        </p:txBody>
      </p:sp>
      <p:sp>
        <p:nvSpPr>
          <p:cNvPr id="45" name="Rectangle 33"/>
          <p:cNvSpPr>
            <a:spLocks noChangeArrowheads="1"/>
          </p:cNvSpPr>
          <p:nvPr userDrawn="1"/>
        </p:nvSpPr>
        <p:spPr bwMode="auto">
          <a:xfrm>
            <a:off x="572142" y="5257679"/>
            <a:ext cx="26276635" cy="26746200"/>
          </a:xfrm>
          <a:prstGeom prst="roundRect">
            <a:avLst>
              <a:gd name="adj" fmla="val 1527"/>
            </a:avLst>
          </a:prstGeom>
          <a:gradFill>
            <a:gsLst>
              <a:gs pos="0">
                <a:schemeClr val="accent1">
                  <a:tint val="66000"/>
                  <a:satMod val="160000"/>
                </a:schemeClr>
              </a:gs>
              <a:gs pos="0">
                <a:srgbClr val="CDD2DE"/>
              </a:gs>
              <a:gs pos="100000">
                <a:srgbClr val="F3F5FA"/>
              </a:gs>
            </a:gsLst>
            <a:lin ang="16200000" scaled="1"/>
          </a:gradFill>
          <a:ln w="9525">
            <a:solidFill>
              <a:schemeClr val="tx2"/>
            </a:solidFill>
            <a:miter lim="800000"/>
            <a:headEnd/>
            <a:tailEnd/>
          </a:ln>
          <a:effectLst/>
        </p:spPr>
        <p:txBody>
          <a:bodyPr wrap="none" lIns="70601" tIns="35300" rIns="70601" bIns="35300" anchor="ctr"/>
          <a:lstStyle/>
          <a:p>
            <a:pPr>
              <a:defRPr/>
            </a:pPr>
            <a:endParaRPr lang="en-US" sz="6660" dirty="0"/>
          </a:p>
        </p:txBody>
      </p:sp>
      <p:sp>
        <p:nvSpPr>
          <p:cNvPr id="48" name="Text Box 14"/>
          <p:cNvSpPr txBox="1">
            <a:spLocks noChangeArrowheads="1"/>
          </p:cNvSpPr>
          <p:nvPr userDrawn="1"/>
        </p:nvSpPr>
        <p:spPr bwMode="auto">
          <a:xfrm>
            <a:off x="1129101" y="32295539"/>
            <a:ext cx="2366237" cy="268504"/>
          </a:xfrm>
          <a:prstGeom prst="rect">
            <a:avLst/>
          </a:prstGeom>
          <a:noFill/>
          <a:ln w="9525">
            <a:noFill/>
            <a:miter lim="800000"/>
            <a:headEnd/>
            <a:tailEnd/>
          </a:ln>
          <a:effectLst/>
        </p:spPr>
        <p:txBody>
          <a:bodyPr wrap="square" lIns="70467" tIns="35227" rIns="70467" bIns="35227">
            <a:spAutoFit/>
          </a:bodyPr>
          <a:lstStyle/>
          <a:p>
            <a:pPr eaLnBrk="0" hangingPunct="0">
              <a:lnSpc>
                <a:spcPct val="65000"/>
              </a:lnSpc>
              <a:spcBef>
                <a:spcPct val="50000"/>
              </a:spcBef>
              <a:defRPr/>
            </a:pPr>
            <a:r>
              <a:rPr lang="en-US" sz="54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81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3388829" rtl="0" eaLnBrk="1" latinLnBrk="0" hangingPunct="1">
        <a:spcBef>
          <a:spcPct val="0"/>
        </a:spcBef>
        <a:buNone/>
        <a:defRPr sz="6750" kern="1200">
          <a:solidFill>
            <a:schemeClr val="bg1"/>
          </a:solidFill>
          <a:latin typeface="Trebuchet MS" pitchFamily="34" charset="0"/>
          <a:ea typeface="+mj-ea"/>
          <a:cs typeface="+mj-cs"/>
        </a:defRPr>
      </a:lvl1pPr>
    </p:titleStyle>
    <p:bodyStyle>
      <a:lvl1pPr marL="1270811" indent="-1270811" algn="l" defTabSz="3388829" rtl="0" eaLnBrk="1" latinLnBrk="0" hangingPunct="1">
        <a:spcBef>
          <a:spcPct val="20000"/>
        </a:spcBef>
        <a:buFont typeface="Arial" pitchFamily="34" charset="0"/>
        <a:buChar char="•"/>
        <a:defRPr sz="11880" kern="1200">
          <a:solidFill>
            <a:schemeClr val="tx1"/>
          </a:solidFill>
          <a:latin typeface="+mn-lt"/>
          <a:ea typeface="+mn-ea"/>
          <a:cs typeface="+mn-cs"/>
        </a:defRPr>
      </a:lvl1pPr>
      <a:lvl2pPr marL="2753424" indent="-1059009" algn="l" defTabSz="3388829" rtl="0" eaLnBrk="1" latinLnBrk="0" hangingPunct="1">
        <a:spcBef>
          <a:spcPct val="20000"/>
        </a:spcBef>
        <a:buFont typeface="Arial" pitchFamily="34" charset="0"/>
        <a:buChar char="–"/>
        <a:defRPr sz="10440" kern="1200">
          <a:solidFill>
            <a:schemeClr val="tx1"/>
          </a:solidFill>
          <a:latin typeface="+mn-lt"/>
          <a:ea typeface="+mn-ea"/>
          <a:cs typeface="+mn-cs"/>
        </a:defRPr>
      </a:lvl2pPr>
      <a:lvl3pPr marL="4236037" indent="-847208" algn="l" defTabSz="3388829" rtl="0" eaLnBrk="1" latinLnBrk="0" hangingPunct="1">
        <a:spcBef>
          <a:spcPct val="20000"/>
        </a:spcBef>
        <a:buFont typeface="Arial" pitchFamily="34" charset="0"/>
        <a:buChar char="•"/>
        <a:defRPr sz="8910" kern="1200">
          <a:solidFill>
            <a:schemeClr val="tx1"/>
          </a:solidFill>
          <a:latin typeface="+mn-lt"/>
          <a:ea typeface="+mn-ea"/>
          <a:cs typeface="+mn-cs"/>
        </a:defRPr>
      </a:lvl3pPr>
      <a:lvl4pPr marL="5930452"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4pPr>
      <a:lvl5pPr marL="7624866"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5pPr>
      <a:lvl6pPr marL="9319281"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6pPr>
      <a:lvl7pPr marL="1101369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7pPr>
      <a:lvl8pPr marL="12708110"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8pPr>
      <a:lvl9pPr marL="1440252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9pPr>
    </p:bodyStyle>
    <p:otherStyle>
      <a:defPPr>
        <a:defRPr lang="en-US"/>
      </a:defPPr>
      <a:lvl1pPr marL="0" algn="l" defTabSz="3388829" rtl="0" eaLnBrk="1" latinLnBrk="0" hangingPunct="1">
        <a:defRPr sz="6660" kern="1200">
          <a:solidFill>
            <a:schemeClr val="tx1"/>
          </a:solidFill>
          <a:latin typeface="+mn-lt"/>
          <a:ea typeface="+mn-ea"/>
          <a:cs typeface="+mn-cs"/>
        </a:defRPr>
      </a:lvl1pPr>
      <a:lvl2pPr marL="1694416" algn="l" defTabSz="3388829" rtl="0" eaLnBrk="1" latinLnBrk="0" hangingPunct="1">
        <a:defRPr sz="6660" kern="1200">
          <a:solidFill>
            <a:schemeClr val="tx1"/>
          </a:solidFill>
          <a:latin typeface="+mn-lt"/>
          <a:ea typeface="+mn-ea"/>
          <a:cs typeface="+mn-cs"/>
        </a:defRPr>
      </a:lvl2pPr>
      <a:lvl3pPr marL="3388829" algn="l" defTabSz="3388829" rtl="0" eaLnBrk="1" latinLnBrk="0" hangingPunct="1">
        <a:defRPr sz="6660" kern="1200">
          <a:solidFill>
            <a:schemeClr val="tx1"/>
          </a:solidFill>
          <a:latin typeface="+mn-lt"/>
          <a:ea typeface="+mn-ea"/>
          <a:cs typeface="+mn-cs"/>
        </a:defRPr>
      </a:lvl3pPr>
      <a:lvl4pPr marL="5083244" algn="l" defTabSz="3388829" rtl="0" eaLnBrk="1" latinLnBrk="0" hangingPunct="1">
        <a:defRPr sz="6660" kern="1200">
          <a:solidFill>
            <a:schemeClr val="tx1"/>
          </a:solidFill>
          <a:latin typeface="+mn-lt"/>
          <a:ea typeface="+mn-ea"/>
          <a:cs typeface="+mn-cs"/>
        </a:defRPr>
      </a:lvl4pPr>
      <a:lvl5pPr marL="6777658" algn="l" defTabSz="3388829" rtl="0" eaLnBrk="1" latinLnBrk="0" hangingPunct="1">
        <a:defRPr sz="6660" kern="1200">
          <a:solidFill>
            <a:schemeClr val="tx1"/>
          </a:solidFill>
          <a:latin typeface="+mn-lt"/>
          <a:ea typeface="+mn-ea"/>
          <a:cs typeface="+mn-cs"/>
        </a:defRPr>
      </a:lvl5pPr>
      <a:lvl6pPr marL="8472074" algn="l" defTabSz="3388829" rtl="0" eaLnBrk="1" latinLnBrk="0" hangingPunct="1">
        <a:defRPr sz="6660" kern="1200">
          <a:solidFill>
            <a:schemeClr val="tx1"/>
          </a:solidFill>
          <a:latin typeface="+mn-lt"/>
          <a:ea typeface="+mn-ea"/>
          <a:cs typeface="+mn-cs"/>
        </a:defRPr>
      </a:lvl6pPr>
      <a:lvl7pPr marL="10166489" algn="l" defTabSz="3388829" rtl="0" eaLnBrk="1" latinLnBrk="0" hangingPunct="1">
        <a:defRPr sz="6660" kern="1200">
          <a:solidFill>
            <a:schemeClr val="tx1"/>
          </a:solidFill>
          <a:latin typeface="+mn-lt"/>
          <a:ea typeface="+mn-ea"/>
          <a:cs typeface="+mn-cs"/>
        </a:defRPr>
      </a:lvl7pPr>
      <a:lvl8pPr marL="11860903" algn="l" defTabSz="3388829" rtl="0" eaLnBrk="1" latinLnBrk="0" hangingPunct="1">
        <a:defRPr sz="6660" kern="1200">
          <a:solidFill>
            <a:schemeClr val="tx1"/>
          </a:solidFill>
          <a:latin typeface="+mn-lt"/>
          <a:ea typeface="+mn-ea"/>
          <a:cs typeface="+mn-cs"/>
        </a:defRPr>
      </a:lvl8pPr>
      <a:lvl9pPr marL="13555319" algn="l" defTabSz="3388829" rtl="0" eaLnBrk="1" latinLnBrk="0" hangingPunct="1">
        <a:defRPr sz="66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mailto:wenchaod@andrew.cmu.edu" TargetMode="External"/><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tianhaol@andrew.cmu.edu" TargetMode="External"/><Relationship Id="rId5" Type="http://schemas.openxmlformats.org/officeDocument/2006/relationships/hyperlink" Target="mailto:parunapu@andrew.cmu.edu" TargetMode="External"/><Relationship Id="rId10" Type="http://schemas.openxmlformats.org/officeDocument/2006/relationships/image" Target="../media/image14.png"/><Relationship Id="rId4" Type="http://schemas.openxmlformats.org/officeDocument/2006/relationships/hyperlink" Target="mailto:hanfuz@andrew.cmu.edu" TargetMode="External"/><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 Placeholder 82"/>
          <p:cNvSpPr>
            <a:spLocks noGrp="1"/>
          </p:cNvSpPr>
          <p:nvPr>
            <p:ph type="body" sz="quarter" idx="10"/>
          </p:nvPr>
        </p:nvSpPr>
        <p:spPr>
          <a:xfrm>
            <a:off x="576461" y="5875821"/>
            <a:ext cx="12944945" cy="4118935"/>
          </a:xfrm>
        </p:spPr>
        <p:txBody>
          <a:bodyPr/>
          <a:lstStyle/>
          <a:p>
            <a:pPr algn="just"/>
            <a:r>
              <a:rPr lang="en-US" dirty="0">
                <a:solidFill>
                  <a:schemeClr val="tx1"/>
                </a:solidFill>
              </a:rPr>
              <a:t>The Visual Dialog task has been at the forefront of deep learning research and excellent performance has already been achieved. Visual Dialog is about training a network to learn information about images, and be able to answer questions and have a conversation about those images. It involves being able to encode the relevant information (such as the images, the captions for the images, and the questions and answers about the images) into a meaningful representation, as well as being able to decode that representation and </a:t>
            </a:r>
            <a:r>
              <a:rPr lang="en-US">
                <a:solidFill>
                  <a:schemeClr val="tx1"/>
                </a:solidFill>
              </a:rPr>
              <a:t>come </a:t>
            </a:r>
            <a:r>
              <a:rPr lang="en-US" altLang="zh-Hans">
                <a:solidFill>
                  <a:schemeClr val="tx1"/>
                </a:solidFill>
              </a:rPr>
              <a:t>up</a:t>
            </a:r>
            <a:r>
              <a:rPr lang="en-US">
                <a:solidFill>
                  <a:schemeClr val="tx1"/>
                </a:solidFill>
              </a:rPr>
              <a:t> </a:t>
            </a:r>
            <a:r>
              <a:rPr lang="en-US" dirty="0">
                <a:solidFill>
                  <a:schemeClr val="tx1"/>
                </a:solidFill>
              </a:rPr>
              <a:t>with a correct answer.</a:t>
            </a:r>
          </a:p>
          <a:p>
            <a:pPr algn="just"/>
            <a:r>
              <a:rPr lang="en-US" dirty="0">
                <a:solidFill>
                  <a:schemeClr val="tx1"/>
                </a:solidFill>
              </a:rPr>
              <a:t>In our project, we first attempt to reproduce the state-of-the-art method in the widely used Visual Dialog dataset. This method uses a Late Fusion encoder with a discriminative decoder.  Because of the memory limitation, we decreased the model size and still obtained comparable results. We further introduce the sequential matching network </a:t>
            </a:r>
            <a:r>
              <a:rPr lang="mr-IN" dirty="0">
                <a:solidFill>
                  <a:schemeClr val="tx1"/>
                </a:solidFill>
              </a:rPr>
              <a:t>–</a:t>
            </a:r>
            <a:r>
              <a:rPr lang="en-US" dirty="0">
                <a:solidFill>
                  <a:schemeClr val="tx1"/>
                </a:solidFill>
              </a:rPr>
              <a:t> a new architecture for multi-turn response selection in retrieval-based visual dialog. Finally, we explore a generative model with attention, which can achieve the conversation based on a given image and outperform the existing methods.</a:t>
            </a:r>
          </a:p>
        </p:txBody>
      </p:sp>
      <p:sp>
        <p:nvSpPr>
          <p:cNvPr id="84" name="Text Placeholder 83"/>
          <p:cNvSpPr>
            <a:spLocks noGrp="1"/>
          </p:cNvSpPr>
          <p:nvPr>
            <p:ph type="body" sz="quarter" idx="11"/>
          </p:nvPr>
        </p:nvSpPr>
        <p:spPr/>
        <p:txBody>
          <a:bodyPr/>
          <a:lstStyle/>
          <a:p>
            <a:r>
              <a:rPr lang="en-US" dirty="0"/>
              <a:t>Overview</a:t>
            </a:r>
          </a:p>
        </p:txBody>
      </p:sp>
      <p:sp>
        <p:nvSpPr>
          <p:cNvPr id="85" name="Text Placeholder 84"/>
          <p:cNvSpPr>
            <a:spLocks noGrp="1"/>
          </p:cNvSpPr>
          <p:nvPr>
            <p:ph type="body" sz="quarter" idx="20"/>
          </p:nvPr>
        </p:nvSpPr>
        <p:spPr>
          <a:xfrm>
            <a:off x="572182" y="9881976"/>
            <a:ext cx="12949224" cy="643172"/>
          </a:xfrm>
        </p:spPr>
        <p:txBody>
          <a:bodyPr/>
          <a:lstStyle/>
          <a:p>
            <a:r>
              <a:rPr lang="en-US" dirty="0"/>
              <a:t>Models</a:t>
            </a:r>
          </a:p>
        </p:txBody>
      </p:sp>
      <p:sp>
        <p:nvSpPr>
          <p:cNvPr id="86" name="Text Placeholder 85"/>
          <p:cNvSpPr>
            <a:spLocks noGrp="1"/>
          </p:cNvSpPr>
          <p:nvPr>
            <p:ph type="body" sz="quarter" idx="25"/>
          </p:nvPr>
        </p:nvSpPr>
        <p:spPr/>
        <p:txBody>
          <a:bodyPr/>
          <a:lstStyle/>
          <a:p>
            <a:r>
              <a:rPr lang="en-US" dirty="0"/>
              <a:t>Experiments</a:t>
            </a:r>
          </a:p>
        </p:txBody>
      </p:sp>
      <p:sp>
        <p:nvSpPr>
          <p:cNvPr id="87" name="Text Placeholder 86"/>
          <p:cNvSpPr>
            <a:spLocks noGrp="1"/>
          </p:cNvSpPr>
          <p:nvPr>
            <p:ph type="body" sz="quarter" idx="26"/>
          </p:nvPr>
        </p:nvSpPr>
        <p:spPr>
          <a:xfrm>
            <a:off x="13846682" y="5896601"/>
            <a:ext cx="12955929" cy="2789340"/>
          </a:xfrm>
        </p:spPr>
        <p:txBody>
          <a:bodyPr/>
          <a:lstStyle/>
          <a:p>
            <a:pPr algn="just"/>
            <a:r>
              <a:rPr lang="en-US" b="1" dirty="0">
                <a:solidFill>
                  <a:schemeClr val="tx1"/>
                </a:solidFill>
              </a:rPr>
              <a:t>Metrics</a:t>
            </a:r>
            <a:r>
              <a:rPr lang="en-US" dirty="0">
                <a:solidFill>
                  <a:schemeClr val="tx1"/>
                </a:solidFill>
              </a:rPr>
              <a:t>: We conduct the experiments on the retrieval task, which is evaluated with Mean Reciprocal Rank (MRR) and Recall at N (R@N). Mean Reciprocal Rank will essentially look at what rank the model gave the correct response, and take the mean of all the reciprocals of the ranks given. The higher this value, the better the model performed. Recall at N, the other evaluation metric, looks at whether the correct response exists within the top N ranked responses given by the model. </a:t>
            </a:r>
          </a:p>
          <a:p>
            <a:pPr algn="just"/>
            <a:r>
              <a:rPr lang="en-US" b="1" dirty="0">
                <a:solidFill>
                  <a:schemeClr val="tx1"/>
                </a:solidFill>
              </a:rPr>
              <a:t>Constraints</a:t>
            </a:r>
            <a:r>
              <a:rPr lang="en-US" dirty="0">
                <a:solidFill>
                  <a:schemeClr val="tx1"/>
                </a:solidFill>
              </a:rPr>
              <a:t>: Due to hardware constraints, we use smaller hidden size (200) and word embedding size (200) as opposed to 512 and 300 in Das et al.. We are able to get results that are close to what were reported by the author.</a:t>
            </a:r>
          </a:p>
        </p:txBody>
      </p:sp>
      <p:sp>
        <p:nvSpPr>
          <p:cNvPr id="88" name="Text Placeholder 87"/>
          <p:cNvSpPr>
            <a:spLocks noGrp="1"/>
          </p:cNvSpPr>
          <p:nvPr>
            <p:ph type="body" sz="quarter" idx="27"/>
          </p:nvPr>
        </p:nvSpPr>
        <p:spPr>
          <a:xfrm>
            <a:off x="13846682" y="19225715"/>
            <a:ext cx="12942336" cy="643172"/>
          </a:xfrm>
        </p:spPr>
        <p:txBody>
          <a:bodyPr/>
          <a:lstStyle/>
          <a:p>
            <a:r>
              <a:rPr lang="en-US" dirty="0"/>
              <a:t>Conclusion</a:t>
            </a:r>
          </a:p>
        </p:txBody>
      </p:sp>
      <p:sp>
        <p:nvSpPr>
          <p:cNvPr id="89" name="Text Placeholder 88"/>
          <p:cNvSpPr>
            <a:spLocks noGrp="1"/>
          </p:cNvSpPr>
          <p:nvPr>
            <p:ph type="body" sz="quarter" idx="28"/>
          </p:nvPr>
        </p:nvSpPr>
        <p:spPr>
          <a:xfrm>
            <a:off x="13856717" y="20012622"/>
            <a:ext cx="12947298" cy="4517826"/>
          </a:xfrm>
        </p:spPr>
        <p:txBody>
          <a:bodyPr/>
          <a:lstStyle/>
          <a:p>
            <a:pPr algn="just"/>
            <a:r>
              <a:rPr lang="en-US" dirty="0">
                <a:solidFill>
                  <a:schemeClr val="tx1"/>
                </a:solidFill>
              </a:rPr>
              <a:t>To summarize, we reproduced an AI task – Visual Dialog, where an AI agent must hold a dialog with a human about visual content. Based on the Late Fusion encoder, we first implemented the discriminative and generative models as our baselines. Then we came up with methods focusing on improving the performance. For example, we applied a sequential matching network into the discriminative model and implemented question &amp; image attention in the generative model. </a:t>
            </a:r>
          </a:p>
          <a:p>
            <a:pPr algn="just"/>
            <a:r>
              <a:rPr lang="en-US" dirty="0">
                <a:solidFill>
                  <a:schemeClr val="tx1"/>
                </a:solidFill>
              </a:rPr>
              <a:t>Our baseline models are comparable to the results in the paper, since we used smaller hidden size and word embedding size. The sequential matching network in the discriminative model can slightly improve the performance, both on MRR and R@N. The attention model takes in the concatenation context of the question and image, which greatly improves the performance. Furthermore, we attempted to add non-linear functions for the context, but the improvement was not significant.</a:t>
            </a:r>
          </a:p>
          <a:p>
            <a:pPr algn="just"/>
            <a:r>
              <a:rPr lang="en-US" dirty="0">
                <a:solidFill>
                  <a:schemeClr val="tx1"/>
                </a:solidFill>
              </a:rPr>
              <a:t>In conclusion, our project demonstrates that sequential matching and attention mechanisms can improve performance on the Visual Dialog dataset according to the MRR and R@N metrics. </a:t>
            </a:r>
          </a:p>
        </p:txBody>
      </p:sp>
      <p:sp>
        <p:nvSpPr>
          <p:cNvPr id="90" name="Text Placeholder 89"/>
          <p:cNvSpPr>
            <a:spLocks noGrp="1"/>
          </p:cNvSpPr>
          <p:nvPr>
            <p:ph type="body" sz="quarter" idx="29"/>
          </p:nvPr>
        </p:nvSpPr>
        <p:spPr>
          <a:xfrm>
            <a:off x="13856718" y="27207296"/>
            <a:ext cx="12935857" cy="643172"/>
          </a:xfrm>
        </p:spPr>
        <p:txBody>
          <a:bodyPr/>
          <a:lstStyle/>
          <a:p>
            <a:r>
              <a:rPr lang="en-US" dirty="0"/>
              <a:t>Acknowledgement</a:t>
            </a:r>
          </a:p>
        </p:txBody>
      </p:sp>
      <p:sp>
        <p:nvSpPr>
          <p:cNvPr id="91" name="Text Placeholder 90"/>
          <p:cNvSpPr>
            <a:spLocks noGrp="1"/>
          </p:cNvSpPr>
          <p:nvPr>
            <p:ph type="body" sz="quarter" idx="30"/>
          </p:nvPr>
        </p:nvSpPr>
        <p:spPr>
          <a:xfrm>
            <a:off x="13856717" y="27854261"/>
            <a:ext cx="12935858" cy="1060854"/>
          </a:xfrm>
        </p:spPr>
        <p:txBody>
          <a:bodyPr/>
          <a:lstStyle/>
          <a:p>
            <a:r>
              <a:rPr lang="en-US" dirty="0"/>
              <a:t>We would like to thank Professor </a:t>
            </a:r>
            <a:r>
              <a:rPr lang="en-US" dirty="0" err="1"/>
              <a:t>Bhiksha</a:t>
            </a:r>
            <a:r>
              <a:rPr lang="en-US" dirty="0"/>
              <a:t> Raj and all teaching assistants, for all the supports and suggestions during this semester.</a:t>
            </a:r>
          </a:p>
        </p:txBody>
      </p:sp>
      <p:sp>
        <p:nvSpPr>
          <p:cNvPr id="92" name="Text Placeholder 91"/>
          <p:cNvSpPr>
            <a:spLocks noGrp="1"/>
          </p:cNvSpPr>
          <p:nvPr>
            <p:ph type="body" sz="quarter" idx="96"/>
          </p:nvPr>
        </p:nvSpPr>
        <p:spPr>
          <a:xfrm>
            <a:off x="614328" y="10457839"/>
            <a:ext cx="12957406" cy="1393252"/>
          </a:xfrm>
        </p:spPr>
        <p:txBody>
          <a:bodyPr/>
          <a:lstStyle/>
          <a:p>
            <a:r>
              <a:rPr lang="en-US" dirty="0">
                <a:solidFill>
                  <a:schemeClr val="tx1"/>
                </a:solidFill>
              </a:rPr>
              <a:t>In this project, we introduce a family of neural encoder-decoder models for Visual Dialog with 2 encoders </a:t>
            </a:r>
            <a:r>
              <a:rPr lang="mr-IN" dirty="0">
                <a:solidFill>
                  <a:schemeClr val="tx1"/>
                </a:solidFill>
              </a:rPr>
              <a:t>–</a:t>
            </a:r>
            <a:r>
              <a:rPr lang="en-US" dirty="0">
                <a:solidFill>
                  <a:schemeClr val="tx1"/>
                </a:solidFill>
              </a:rPr>
              <a:t> Late Fusion, Sequential Matching </a:t>
            </a:r>
            <a:r>
              <a:rPr lang="mr-IN" dirty="0">
                <a:solidFill>
                  <a:schemeClr val="tx1"/>
                </a:solidFill>
              </a:rPr>
              <a:t>–</a:t>
            </a:r>
            <a:r>
              <a:rPr lang="en-US" dirty="0">
                <a:solidFill>
                  <a:schemeClr val="tx1"/>
                </a:solidFill>
              </a:rPr>
              <a:t> and 2 decoders (generative and discriminative), which are comparable to a number of sophisticated baselines.</a:t>
            </a:r>
          </a:p>
        </p:txBody>
      </p:sp>
      <p:sp>
        <p:nvSpPr>
          <p:cNvPr id="93" name="Text Placeholder 92"/>
          <p:cNvSpPr>
            <a:spLocks noGrp="1"/>
          </p:cNvSpPr>
          <p:nvPr>
            <p:ph type="body" sz="quarter" idx="150"/>
          </p:nvPr>
        </p:nvSpPr>
        <p:spPr/>
        <p:txBody>
          <a:bodyPr/>
          <a:lstStyle/>
          <a:p>
            <a:r>
              <a:rPr lang="en-US" dirty="0"/>
              <a:t>11785 Final Project</a:t>
            </a:r>
          </a:p>
        </p:txBody>
      </p:sp>
      <p:sp>
        <p:nvSpPr>
          <p:cNvPr id="94" name="Text Placeholder 93"/>
          <p:cNvSpPr>
            <a:spLocks noGrp="1"/>
          </p:cNvSpPr>
          <p:nvPr>
            <p:ph type="body" sz="quarter" idx="151"/>
          </p:nvPr>
        </p:nvSpPr>
        <p:spPr/>
        <p:txBody>
          <a:bodyPr>
            <a:normAutofit fontScale="77500" lnSpcReduction="20000"/>
          </a:bodyPr>
          <a:lstStyle/>
          <a:p>
            <a:r>
              <a:rPr lang="en-US" dirty="0" err="1"/>
              <a:t>Wenchao</a:t>
            </a:r>
            <a:r>
              <a:rPr lang="en-US" dirty="0"/>
              <a:t> Du, </a:t>
            </a:r>
            <a:r>
              <a:rPr lang="en-US" dirty="0" err="1"/>
              <a:t>Hanfu</a:t>
            </a:r>
            <a:r>
              <a:rPr lang="en-US" dirty="0"/>
              <a:t> Zhang, Prashant </a:t>
            </a:r>
            <a:r>
              <a:rPr lang="en-US" dirty="0" err="1"/>
              <a:t>Arunapuram</a:t>
            </a:r>
            <a:r>
              <a:rPr lang="en-US" dirty="0"/>
              <a:t>, </a:t>
            </a:r>
            <a:r>
              <a:rPr lang="en-US" dirty="0" err="1"/>
              <a:t>Tianhao</a:t>
            </a:r>
            <a:r>
              <a:rPr lang="en-US" dirty="0"/>
              <a:t> Li</a:t>
            </a:r>
          </a:p>
        </p:txBody>
      </p:sp>
      <p:sp>
        <p:nvSpPr>
          <p:cNvPr id="95" name="Text Placeholder 94"/>
          <p:cNvSpPr>
            <a:spLocks noGrp="1"/>
          </p:cNvSpPr>
          <p:nvPr>
            <p:ph type="body" sz="quarter" idx="153"/>
          </p:nvPr>
        </p:nvSpPr>
        <p:spPr/>
        <p:txBody>
          <a:bodyPr>
            <a:normAutofit fontScale="92500" lnSpcReduction="10000"/>
          </a:bodyPr>
          <a:lstStyle/>
          <a:p>
            <a:r>
              <a:rPr lang="en-US" dirty="0"/>
              <a:t>Visual Dialog</a:t>
            </a:r>
          </a:p>
        </p:txBody>
      </p:sp>
      <p:sp>
        <p:nvSpPr>
          <p:cNvPr id="15" name="Text Placeholder 85"/>
          <p:cNvSpPr txBox="1">
            <a:spLocks/>
          </p:cNvSpPr>
          <p:nvPr/>
        </p:nvSpPr>
        <p:spPr>
          <a:xfrm>
            <a:off x="13846682" y="15516275"/>
            <a:ext cx="12945893" cy="643172"/>
          </a:xfrm>
          <a:prstGeom prst="rect">
            <a:avLst/>
          </a:prstGeom>
          <a:noFill/>
        </p:spPr>
        <p:txBody>
          <a:bodyPr wrap="square" lIns="78446" tIns="78446" rIns="78446" bIns="78446" anchor="ctr" anchorCtr="0">
            <a:spAutoFit/>
          </a:bodyPr>
          <a:lstStyle>
            <a:lvl1pPr marL="0" indent="0" algn="ctr" defTabSz="3388829" rtl="0" eaLnBrk="1" latinLnBrk="0" hangingPunct="1">
              <a:spcBef>
                <a:spcPct val="20000"/>
              </a:spcBef>
              <a:buFont typeface="Arial" pitchFamily="34" charset="0"/>
              <a:buNone/>
              <a:defRPr sz="3150" b="1" u="sng" kern="1200" baseline="0">
                <a:solidFill>
                  <a:schemeClr val="accent5">
                    <a:lumMod val="50000"/>
                  </a:schemeClr>
                </a:solidFill>
                <a:latin typeface="+mn-lt"/>
                <a:ea typeface="+mn-ea"/>
                <a:cs typeface="+mn-cs"/>
              </a:defRPr>
            </a:lvl1pPr>
            <a:lvl2pPr marL="2753424" indent="-1059009" algn="l" defTabSz="3388829" rtl="0" eaLnBrk="1" latinLnBrk="0" hangingPunct="1">
              <a:spcBef>
                <a:spcPct val="20000"/>
              </a:spcBef>
              <a:buFont typeface="Arial" pitchFamily="34" charset="0"/>
              <a:buChar char="–"/>
              <a:defRPr sz="10440" kern="1200">
                <a:solidFill>
                  <a:schemeClr val="tx1"/>
                </a:solidFill>
                <a:latin typeface="+mn-lt"/>
                <a:ea typeface="+mn-ea"/>
                <a:cs typeface="+mn-cs"/>
              </a:defRPr>
            </a:lvl2pPr>
            <a:lvl3pPr marL="4236037" indent="-847208" algn="l" defTabSz="3388829" rtl="0" eaLnBrk="1" latinLnBrk="0" hangingPunct="1">
              <a:spcBef>
                <a:spcPct val="20000"/>
              </a:spcBef>
              <a:buFont typeface="Arial" pitchFamily="34" charset="0"/>
              <a:buChar char="•"/>
              <a:defRPr sz="8910" kern="1200">
                <a:solidFill>
                  <a:schemeClr val="tx1"/>
                </a:solidFill>
                <a:latin typeface="+mn-lt"/>
                <a:ea typeface="+mn-ea"/>
                <a:cs typeface="+mn-cs"/>
              </a:defRPr>
            </a:lvl3pPr>
            <a:lvl4pPr marL="5930452"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4pPr>
            <a:lvl5pPr marL="7624866"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5pPr>
            <a:lvl6pPr marL="9319281"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6pPr>
            <a:lvl7pPr marL="1101369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7pPr>
            <a:lvl8pPr marL="12708110"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8pPr>
            <a:lvl9pPr marL="1440252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9pPr>
          </a:lstStyle>
          <a:p>
            <a:r>
              <a:rPr lang="en-US" dirty="0"/>
              <a:t>Data and Technical Requirements</a:t>
            </a:r>
          </a:p>
        </p:txBody>
      </p:sp>
      <p:sp>
        <p:nvSpPr>
          <p:cNvPr id="16" name="Text Placeholder 88"/>
          <p:cNvSpPr txBox="1">
            <a:spLocks/>
          </p:cNvSpPr>
          <p:nvPr/>
        </p:nvSpPr>
        <p:spPr>
          <a:xfrm>
            <a:off x="13856717" y="16306048"/>
            <a:ext cx="12947298" cy="2855832"/>
          </a:xfrm>
          <a:prstGeom prst="rect">
            <a:avLst/>
          </a:prstGeom>
        </p:spPr>
        <p:txBody>
          <a:bodyPr wrap="square" lIns="196113" tIns="196113" rIns="196113" bIns="196113">
            <a:spAutoFit/>
          </a:bodyPr>
          <a:lstStyle>
            <a:lvl1pPr marL="0" indent="0" algn="l" defTabSz="3388829" rtl="0" eaLnBrk="1" latinLnBrk="0" hangingPunct="1">
              <a:spcBef>
                <a:spcPct val="20000"/>
              </a:spcBef>
              <a:buFont typeface="Arial" pitchFamily="34" charset="0"/>
              <a:buNone/>
              <a:defRPr sz="216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147260" indent="-441254"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2pPr>
            <a:lvl3pPr marL="1588514" indent="-441254"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3pPr>
            <a:lvl4pPr marL="2073893" indent="-485379"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4pPr>
            <a:lvl5pPr marL="2426896" indent="-353003"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5pPr>
            <a:lvl6pPr marL="9319281"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6pPr>
            <a:lvl7pPr marL="1101369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7pPr>
            <a:lvl8pPr marL="12708110"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8pPr>
            <a:lvl9pPr marL="1440252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9pPr>
          </a:lstStyle>
          <a:p>
            <a:pPr algn="just"/>
            <a:r>
              <a:rPr lang="en-US" dirty="0">
                <a:solidFill>
                  <a:schemeClr val="tx1"/>
                </a:solidFill>
              </a:rPr>
              <a:t>Our Visual Dialog system involves deep learning approaches such as CNNs and RNNs with attention to better understand the images and questions. Therefore, also based on literature research, we decide to deploy the network based on </a:t>
            </a:r>
            <a:r>
              <a:rPr lang="en-US" dirty="0" err="1">
                <a:solidFill>
                  <a:schemeClr val="tx1"/>
                </a:solidFill>
              </a:rPr>
              <a:t>Pytorch</a:t>
            </a:r>
            <a:r>
              <a:rPr lang="en-US" dirty="0">
                <a:solidFill>
                  <a:schemeClr val="tx1"/>
                </a:solidFill>
              </a:rPr>
              <a:t> with GPUs on Amazon Web Service. </a:t>
            </a:r>
          </a:p>
          <a:p>
            <a:pPr algn="just"/>
            <a:r>
              <a:rPr lang="en-US" dirty="0">
                <a:solidFill>
                  <a:schemeClr val="tx1"/>
                </a:solidFill>
              </a:rPr>
              <a:t>In this project, we use </a:t>
            </a:r>
            <a:r>
              <a:rPr lang="en-US" dirty="0" err="1">
                <a:solidFill>
                  <a:schemeClr val="tx1"/>
                </a:solidFill>
              </a:rPr>
              <a:t>VisDial</a:t>
            </a:r>
            <a:r>
              <a:rPr lang="en-US" dirty="0">
                <a:solidFill>
                  <a:schemeClr val="tx1"/>
                </a:solidFill>
              </a:rPr>
              <a:t> v0.9 dataset, which contains 83k dialogs on COCO-train and 40K on COCO-</a:t>
            </a:r>
            <a:r>
              <a:rPr lang="en-US" dirty="0" err="1">
                <a:solidFill>
                  <a:schemeClr val="tx1"/>
                </a:solidFill>
              </a:rPr>
              <a:t>val</a:t>
            </a:r>
            <a:r>
              <a:rPr lang="en-US" dirty="0">
                <a:solidFill>
                  <a:schemeClr val="tx1"/>
                </a:solidFill>
              </a:rPr>
              <a:t> images. We use the 83k as training and split the 40K into 5k for validation and 35k for test. </a:t>
            </a:r>
          </a:p>
          <a:p>
            <a:pPr algn="just"/>
            <a:r>
              <a:rPr lang="en-US" dirty="0">
                <a:solidFill>
                  <a:schemeClr val="tx1"/>
                </a:solidFill>
              </a:rPr>
              <a:t>Our work is based on </a:t>
            </a:r>
            <a:r>
              <a:rPr lang="en-US" dirty="0" err="1">
                <a:solidFill>
                  <a:schemeClr val="tx1"/>
                </a:solidFill>
              </a:rPr>
              <a:t>Pytorch</a:t>
            </a:r>
            <a:r>
              <a:rPr lang="en-US" dirty="0">
                <a:solidFill>
                  <a:schemeClr val="tx1"/>
                </a:solidFill>
              </a:rPr>
              <a:t>, due to GPU memory limitation, we reduce the size </a:t>
            </a:r>
            <a:r>
              <a:rPr lang="en-US">
                <a:solidFill>
                  <a:schemeClr val="tx1"/>
                </a:solidFill>
              </a:rPr>
              <a:t>of the hidden </a:t>
            </a:r>
            <a:r>
              <a:rPr lang="en-US" dirty="0">
                <a:solidFill>
                  <a:schemeClr val="tx1"/>
                </a:solidFill>
              </a:rPr>
              <a:t>layer in </a:t>
            </a:r>
            <a:r>
              <a:rPr lang="en-US" dirty="0" err="1">
                <a:solidFill>
                  <a:schemeClr val="tx1"/>
                </a:solidFill>
              </a:rPr>
              <a:t>GRUCell</a:t>
            </a:r>
            <a:r>
              <a:rPr lang="en-US" dirty="0">
                <a:solidFill>
                  <a:schemeClr val="tx1"/>
                </a:solidFill>
              </a:rPr>
              <a:t>, aiming to produce the same comparable results with less parameters and further improvements. </a:t>
            </a:r>
          </a:p>
        </p:txBody>
      </p:sp>
      <p:sp>
        <p:nvSpPr>
          <p:cNvPr id="17" name="Text Placeholder 89"/>
          <p:cNvSpPr txBox="1">
            <a:spLocks/>
          </p:cNvSpPr>
          <p:nvPr/>
        </p:nvSpPr>
        <p:spPr>
          <a:xfrm>
            <a:off x="13856718" y="28663290"/>
            <a:ext cx="12935857" cy="643172"/>
          </a:xfrm>
          <a:prstGeom prst="rect">
            <a:avLst/>
          </a:prstGeom>
          <a:noFill/>
        </p:spPr>
        <p:txBody>
          <a:bodyPr wrap="square" lIns="78446" tIns="78446" rIns="78446" bIns="78446" anchor="ctr" anchorCtr="0">
            <a:spAutoFit/>
          </a:bodyPr>
          <a:lstStyle>
            <a:lvl1pPr marL="0" indent="0" algn="ctr" defTabSz="3388829" rtl="0" eaLnBrk="1" latinLnBrk="0" hangingPunct="1">
              <a:spcBef>
                <a:spcPct val="20000"/>
              </a:spcBef>
              <a:buFont typeface="Arial" pitchFamily="34" charset="0"/>
              <a:buNone/>
              <a:defRPr sz="3150" b="1" u="sng" kern="1200" baseline="0">
                <a:solidFill>
                  <a:schemeClr val="accent5">
                    <a:lumMod val="50000"/>
                  </a:schemeClr>
                </a:solidFill>
                <a:latin typeface="+mn-lt"/>
                <a:ea typeface="+mn-ea"/>
                <a:cs typeface="+mn-cs"/>
              </a:defRPr>
            </a:lvl1pPr>
            <a:lvl2pPr marL="2753424" indent="-1059009" algn="l" defTabSz="3388829" rtl="0" eaLnBrk="1" latinLnBrk="0" hangingPunct="1">
              <a:spcBef>
                <a:spcPct val="20000"/>
              </a:spcBef>
              <a:buFont typeface="Arial" pitchFamily="34" charset="0"/>
              <a:buChar char="–"/>
              <a:defRPr sz="10440" kern="1200">
                <a:solidFill>
                  <a:schemeClr val="tx1"/>
                </a:solidFill>
                <a:latin typeface="+mn-lt"/>
                <a:ea typeface="+mn-ea"/>
                <a:cs typeface="+mn-cs"/>
              </a:defRPr>
            </a:lvl2pPr>
            <a:lvl3pPr marL="4236037" indent="-847208" algn="l" defTabSz="3388829" rtl="0" eaLnBrk="1" latinLnBrk="0" hangingPunct="1">
              <a:spcBef>
                <a:spcPct val="20000"/>
              </a:spcBef>
              <a:buFont typeface="Arial" pitchFamily="34" charset="0"/>
              <a:buChar char="•"/>
              <a:defRPr sz="8910" kern="1200">
                <a:solidFill>
                  <a:schemeClr val="tx1"/>
                </a:solidFill>
                <a:latin typeface="+mn-lt"/>
                <a:ea typeface="+mn-ea"/>
                <a:cs typeface="+mn-cs"/>
              </a:defRPr>
            </a:lvl3pPr>
            <a:lvl4pPr marL="5930452"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4pPr>
            <a:lvl5pPr marL="7624866"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5pPr>
            <a:lvl6pPr marL="9319281"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6pPr>
            <a:lvl7pPr marL="1101369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7pPr>
            <a:lvl8pPr marL="12708110"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8pPr>
            <a:lvl9pPr marL="1440252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9pPr>
          </a:lstStyle>
          <a:p>
            <a:r>
              <a:rPr lang="en-US" dirty="0"/>
              <a:t>Author</a:t>
            </a:r>
          </a:p>
        </p:txBody>
      </p:sp>
      <p:sp>
        <p:nvSpPr>
          <p:cNvPr id="18" name="Text Placeholder 90"/>
          <p:cNvSpPr txBox="1">
            <a:spLocks/>
          </p:cNvSpPr>
          <p:nvPr/>
        </p:nvSpPr>
        <p:spPr>
          <a:xfrm>
            <a:off x="16651743" y="29247468"/>
            <a:ext cx="7352283" cy="1925129"/>
          </a:xfrm>
          <a:prstGeom prst="rect">
            <a:avLst/>
          </a:prstGeom>
        </p:spPr>
        <p:txBody>
          <a:bodyPr wrap="square" lIns="196113" tIns="196113" rIns="196113" bIns="196113">
            <a:spAutoFit/>
          </a:bodyPr>
          <a:lstStyle>
            <a:lvl1pPr marL="0" indent="0" algn="l" defTabSz="3388829" rtl="0" eaLnBrk="1" latinLnBrk="0" hangingPunct="1">
              <a:spcBef>
                <a:spcPct val="20000"/>
              </a:spcBef>
              <a:buFont typeface="Arial" pitchFamily="34" charset="0"/>
              <a:buNone/>
              <a:defRPr sz="216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147260" indent="-441254"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2pPr>
            <a:lvl3pPr marL="1588514" indent="-441254"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3pPr>
            <a:lvl4pPr marL="2073893" indent="-485379"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4pPr>
            <a:lvl5pPr marL="2426896" indent="-353003"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5pPr>
            <a:lvl6pPr marL="9319281"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6pPr>
            <a:lvl7pPr marL="1101369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7pPr>
            <a:lvl8pPr marL="12708110"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8pPr>
            <a:lvl9pPr marL="1440252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9pPr>
          </a:lstStyle>
          <a:p>
            <a:r>
              <a:rPr lang="en-US" dirty="0" err="1"/>
              <a:t>Wenchao</a:t>
            </a:r>
            <a:r>
              <a:rPr lang="en-US" dirty="0"/>
              <a:t> Du, LTI, SCS, </a:t>
            </a:r>
            <a:r>
              <a:rPr lang="en-US" dirty="0">
                <a:hlinkClick r:id="rId3"/>
              </a:rPr>
              <a:t>wenchaod@andrew.cmu.edu</a:t>
            </a:r>
            <a:endParaRPr lang="en-US" dirty="0"/>
          </a:p>
          <a:p>
            <a:r>
              <a:rPr lang="en-US" dirty="0" err="1"/>
              <a:t>Hanfu</a:t>
            </a:r>
            <a:r>
              <a:rPr lang="en-US" dirty="0"/>
              <a:t> Zhang, ISR, SCS, </a:t>
            </a:r>
            <a:r>
              <a:rPr lang="en-US" dirty="0">
                <a:hlinkClick r:id="rId4"/>
              </a:rPr>
              <a:t>hanfuz@andrew.cmu.edu</a:t>
            </a:r>
            <a:endParaRPr lang="en-US" dirty="0"/>
          </a:p>
          <a:p>
            <a:r>
              <a:rPr lang="en-US" dirty="0"/>
              <a:t>Prashant </a:t>
            </a:r>
            <a:r>
              <a:rPr lang="en-US" dirty="0" err="1"/>
              <a:t>Arunapuram</a:t>
            </a:r>
            <a:r>
              <a:rPr lang="en-US" dirty="0"/>
              <a:t>, ECE, CIT, </a:t>
            </a:r>
            <a:r>
              <a:rPr lang="en-US" dirty="0">
                <a:hlinkClick r:id="rId5"/>
              </a:rPr>
              <a:t>parunapu@andrew.cmu.edu</a:t>
            </a:r>
            <a:endParaRPr lang="en-US" dirty="0"/>
          </a:p>
          <a:p>
            <a:r>
              <a:rPr lang="en-US" dirty="0" err="1"/>
              <a:t>Tianhao</a:t>
            </a:r>
            <a:r>
              <a:rPr lang="en-US" dirty="0"/>
              <a:t> Li, ISR, SCS, </a:t>
            </a:r>
            <a:r>
              <a:rPr lang="en-US" dirty="0">
                <a:hlinkClick r:id="rId6"/>
              </a:rPr>
              <a:t>tianhaol@andrew.cmu.edu</a:t>
            </a:r>
            <a:endParaRPr lang="en-US" dirty="0"/>
          </a:p>
        </p:txBody>
      </p:sp>
      <p:sp>
        <p:nvSpPr>
          <p:cNvPr id="19" name="Text Placeholder 89"/>
          <p:cNvSpPr txBox="1">
            <a:spLocks/>
          </p:cNvSpPr>
          <p:nvPr/>
        </p:nvSpPr>
        <p:spPr>
          <a:xfrm>
            <a:off x="13856718" y="24514896"/>
            <a:ext cx="12935857" cy="643172"/>
          </a:xfrm>
          <a:prstGeom prst="rect">
            <a:avLst/>
          </a:prstGeom>
          <a:noFill/>
        </p:spPr>
        <p:txBody>
          <a:bodyPr wrap="square" lIns="78446" tIns="78446" rIns="78446" bIns="78446" anchor="ctr" anchorCtr="0">
            <a:spAutoFit/>
          </a:bodyPr>
          <a:lstStyle>
            <a:lvl1pPr marL="0" indent="0" algn="ctr" defTabSz="3388829" rtl="0" eaLnBrk="1" latinLnBrk="0" hangingPunct="1">
              <a:spcBef>
                <a:spcPct val="20000"/>
              </a:spcBef>
              <a:buFont typeface="Arial" pitchFamily="34" charset="0"/>
              <a:buNone/>
              <a:defRPr sz="3150" b="1" u="sng" kern="1200" baseline="0">
                <a:solidFill>
                  <a:schemeClr val="accent5">
                    <a:lumMod val="50000"/>
                  </a:schemeClr>
                </a:solidFill>
                <a:latin typeface="+mn-lt"/>
                <a:ea typeface="+mn-ea"/>
                <a:cs typeface="+mn-cs"/>
              </a:defRPr>
            </a:lvl1pPr>
            <a:lvl2pPr marL="2753424" indent="-1059009" algn="l" defTabSz="3388829" rtl="0" eaLnBrk="1" latinLnBrk="0" hangingPunct="1">
              <a:spcBef>
                <a:spcPct val="20000"/>
              </a:spcBef>
              <a:buFont typeface="Arial" pitchFamily="34" charset="0"/>
              <a:buChar char="–"/>
              <a:defRPr sz="10440" kern="1200">
                <a:solidFill>
                  <a:schemeClr val="tx1"/>
                </a:solidFill>
                <a:latin typeface="+mn-lt"/>
                <a:ea typeface="+mn-ea"/>
                <a:cs typeface="+mn-cs"/>
              </a:defRPr>
            </a:lvl2pPr>
            <a:lvl3pPr marL="4236037" indent="-847208" algn="l" defTabSz="3388829" rtl="0" eaLnBrk="1" latinLnBrk="0" hangingPunct="1">
              <a:spcBef>
                <a:spcPct val="20000"/>
              </a:spcBef>
              <a:buFont typeface="Arial" pitchFamily="34" charset="0"/>
              <a:buChar char="•"/>
              <a:defRPr sz="8910" kern="1200">
                <a:solidFill>
                  <a:schemeClr val="tx1"/>
                </a:solidFill>
                <a:latin typeface="+mn-lt"/>
                <a:ea typeface="+mn-ea"/>
                <a:cs typeface="+mn-cs"/>
              </a:defRPr>
            </a:lvl3pPr>
            <a:lvl4pPr marL="5930452"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4pPr>
            <a:lvl5pPr marL="7624866"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5pPr>
            <a:lvl6pPr marL="9319281"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6pPr>
            <a:lvl7pPr marL="1101369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7pPr>
            <a:lvl8pPr marL="12708110"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8pPr>
            <a:lvl9pPr marL="1440252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9pPr>
          </a:lstStyle>
          <a:p>
            <a:r>
              <a:rPr lang="en-US" dirty="0"/>
              <a:t>Related Work</a:t>
            </a:r>
          </a:p>
        </p:txBody>
      </p:sp>
      <p:sp>
        <p:nvSpPr>
          <p:cNvPr id="20" name="Text Placeholder 90"/>
          <p:cNvSpPr txBox="1">
            <a:spLocks/>
          </p:cNvSpPr>
          <p:nvPr/>
        </p:nvSpPr>
        <p:spPr>
          <a:xfrm>
            <a:off x="13856717" y="25161861"/>
            <a:ext cx="12935858" cy="2796714"/>
          </a:xfrm>
          <a:prstGeom prst="rect">
            <a:avLst/>
          </a:prstGeom>
        </p:spPr>
        <p:txBody>
          <a:bodyPr wrap="square" lIns="196113" tIns="196113" rIns="196113" bIns="196113">
            <a:spAutoFit/>
          </a:bodyPr>
          <a:lstStyle>
            <a:lvl1pPr marL="0" indent="0" algn="l" defTabSz="3388829" rtl="0" eaLnBrk="1" latinLnBrk="0" hangingPunct="1">
              <a:spcBef>
                <a:spcPct val="20000"/>
              </a:spcBef>
              <a:buFont typeface="Arial" pitchFamily="34" charset="0"/>
              <a:buNone/>
              <a:defRPr sz="216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147260" indent="-441254"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2pPr>
            <a:lvl3pPr marL="1588514" indent="-441254"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3pPr>
            <a:lvl4pPr marL="2073893" indent="-485379"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4pPr>
            <a:lvl5pPr marL="2426896" indent="-353003"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5pPr>
            <a:lvl6pPr marL="9319281"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6pPr>
            <a:lvl7pPr marL="1101369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7pPr>
            <a:lvl8pPr marL="12708110"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8pPr>
            <a:lvl9pPr marL="1440252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9pPr>
          </a:lstStyle>
          <a:p>
            <a:pPr algn="just"/>
            <a:r>
              <a:rPr lang="zh-CN" altLang="en-US" sz="2000" dirty="0"/>
              <a:t>  </a:t>
            </a:r>
            <a:r>
              <a:rPr lang="en-US" sz="2000" dirty="0" err="1"/>
              <a:t>Akshay</a:t>
            </a:r>
            <a:r>
              <a:rPr lang="en-US" sz="2000" dirty="0"/>
              <a:t> Kumar Gupta. </a:t>
            </a:r>
            <a:r>
              <a:rPr lang="en-US" sz="2000" b="1" i="1" dirty="0"/>
              <a:t>Survey of visual question answering: Datasets and techniques.</a:t>
            </a:r>
            <a:r>
              <a:rPr lang="en-US" sz="2000" b="1" dirty="0"/>
              <a:t> </a:t>
            </a:r>
            <a:r>
              <a:rPr lang="en-US" sz="2000" i="1" dirty="0" err="1"/>
              <a:t>CoRR</a:t>
            </a:r>
            <a:r>
              <a:rPr lang="en-US" sz="2000" dirty="0"/>
              <a:t>,</a:t>
            </a:r>
            <a:r>
              <a:rPr lang="zh-CN" altLang="en-US" sz="2000" dirty="0"/>
              <a:t> </a:t>
            </a:r>
            <a:r>
              <a:rPr lang="en-US" sz="2000" dirty="0"/>
              <a:t>abs/1705.03865, 2017.</a:t>
            </a:r>
            <a:endParaRPr lang="zh-CN" altLang="en-US" sz="2000" dirty="0"/>
          </a:p>
          <a:p>
            <a:pPr algn="just"/>
            <a:r>
              <a:rPr lang="zh-CN" altLang="en-US" sz="2000" dirty="0"/>
              <a:t>  </a:t>
            </a:r>
            <a:r>
              <a:rPr lang="en-US" sz="2000" dirty="0"/>
              <a:t>Abhishek Das, </a:t>
            </a:r>
            <a:r>
              <a:rPr lang="en-US" sz="2000" dirty="0" err="1"/>
              <a:t>Satwik</a:t>
            </a:r>
            <a:r>
              <a:rPr lang="en-US" sz="2000" dirty="0"/>
              <a:t> </a:t>
            </a:r>
            <a:r>
              <a:rPr lang="en-US" sz="2000" dirty="0" err="1"/>
              <a:t>Kottur</a:t>
            </a:r>
            <a:r>
              <a:rPr lang="en-US" sz="2000" dirty="0"/>
              <a:t>, </a:t>
            </a:r>
            <a:r>
              <a:rPr lang="en-US" sz="2000" dirty="0" err="1"/>
              <a:t>Khushi</a:t>
            </a:r>
            <a:r>
              <a:rPr lang="en-US" sz="2000" dirty="0"/>
              <a:t> Gupta, </a:t>
            </a:r>
            <a:r>
              <a:rPr lang="en-US" sz="2000" dirty="0" err="1"/>
              <a:t>Avi</a:t>
            </a:r>
            <a:r>
              <a:rPr lang="en-US" sz="2000" dirty="0"/>
              <a:t> Singh, </a:t>
            </a:r>
            <a:r>
              <a:rPr lang="en-US" sz="2000" dirty="0" err="1"/>
              <a:t>Deshraj</a:t>
            </a:r>
            <a:r>
              <a:rPr lang="en-US" sz="2000" dirty="0"/>
              <a:t> Yadav, Jose ́ M. F. </a:t>
            </a:r>
            <a:r>
              <a:rPr lang="en-US" sz="2000" dirty="0" err="1"/>
              <a:t>Moura</a:t>
            </a:r>
            <a:r>
              <a:rPr lang="en-US" sz="2000" dirty="0"/>
              <a:t>, Devi Parikh, and </a:t>
            </a:r>
            <a:r>
              <a:rPr lang="en-US" sz="2000" dirty="0" err="1"/>
              <a:t>Dhruv</a:t>
            </a:r>
            <a:r>
              <a:rPr lang="en-US" sz="2000" dirty="0"/>
              <a:t> </a:t>
            </a:r>
            <a:r>
              <a:rPr lang="en-US" sz="2000" dirty="0" err="1"/>
              <a:t>Batra</a:t>
            </a:r>
            <a:r>
              <a:rPr lang="en-US" sz="2000" dirty="0"/>
              <a:t>. </a:t>
            </a:r>
            <a:r>
              <a:rPr lang="en-US" sz="2000" b="1" i="1" dirty="0"/>
              <a:t>Visual dialog.</a:t>
            </a:r>
            <a:r>
              <a:rPr lang="en-US" sz="2000" dirty="0"/>
              <a:t> </a:t>
            </a:r>
            <a:r>
              <a:rPr lang="en-US" sz="2000" i="1" dirty="0"/>
              <a:t>IEEE Conference on Computer Vision and Pattern Recognition, CVPR 2017</a:t>
            </a:r>
            <a:r>
              <a:rPr lang="en-US" sz="2000" dirty="0"/>
              <a:t>.</a:t>
            </a:r>
          </a:p>
          <a:p>
            <a:r>
              <a:rPr lang="en-US" sz="2000" dirty="0"/>
              <a:t>  Yu Wu, Wei Wu, Ming Zhou, and </a:t>
            </a:r>
            <a:r>
              <a:rPr lang="en-US" sz="2000" dirty="0" err="1"/>
              <a:t>Zhoujun</a:t>
            </a:r>
            <a:r>
              <a:rPr lang="en-US" sz="2000" dirty="0"/>
              <a:t> Li. </a:t>
            </a:r>
            <a:r>
              <a:rPr lang="en-US" sz="2000" b="1" i="1" dirty="0"/>
              <a:t>Sequential match network: A new architecture for multi-turn response selection in retrieval-based </a:t>
            </a:r>
            <a:r>
              <a:rPr lang="en-US" sz="2000" b="1" i="1" dirty="0" err="1"/>
              <a:t>chatbots</a:t>
            </a:r>
            <a:r>
              <a:rPr lang="en-US" sz="2000" b="1" i="1" dirty="0"/>
              <a:t>. </a:t>
            </a:r>
            <a:r>
              <a:rPr lang="en-US" sz="2000" i="1" dirty="0" err="1"/>
              <a:t>CoRR</a:t>
            </a:r>
            <a:r>
              <a:rPr lang="en-US" sz="2000" dirty="0"/>
              <a:t>, abs/1612.01627, 2016. </a:t>
            </a:r>
          </a:p>
          <a:p>
            <a:pPr algn="just"/>
            <a:r>
              <a:rPr lang="en-US" sz="2000" dirty="0"/>
              <a:t> </a:t>
            </a:r>
          </a:p>
          <a:p>
            <a:pPr algn="just"/>
            <a:r>
              <a:rPr lang="en-US" sz="2000" dirty="0"/>
              <a:t> </a:t>
            </a:r>
          </a:p>
        </p:txBody>
      </p:sp>
      <p:pic>
        <p:nvPicPr>
          <p:cNvPr id="3" name="Picture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85310" y="12333007"/>
            <a:ext cx="10393182" cy="3472633"/>
          </a:xfrm>
          <a:prstGeom prst="rect">
            <a:avLst/>
          </a:prstGeom>
        </p:spPr>
      </p:pic>
      <p:sp>
        <p:nvSpPr>
          <p:cNvPr id="23" name="Text Placeholder 84"/>
          <p:cNvSpPr txBox="1">
            <a:spLocks/>
          </p:cNvSpPr>
          <p:nvPr/>
        </p:nvSpPr>
        <p:spPr>
          <a:xfrm>
            <a:off x="535618" y="11652455"/>
            <a:ext cx="12949224" cy="643172"/>
          </a:xfrm>
          <a:prstGeom prst="rect">
            <a:avLst/>
          </a:prstGeom>
          <a:noFill/>
        </p:spPr>
        <p:txBody>
          <a:bodyPr wrap="square" lIns="78446" tIns="78446" rIns="78446" bIns="78446" anchor="ctr" anchorCtr="0">
            <a:spAutoFit/>
          </a:bodyPr>
          <a:lstStyle>
            <a:lvl1pPr marL="0" indent="0" algn="ctr" defTabSz="3388829" rtl="0" eaLnBrk="1" latinLnBrk="0" hangingPunct="1">
              <a:spcBef>
                <a:spcPct val="20000"/>
              </a:spcBef>
              <a:buFont typeface="Arial" pitchFamily="34" charset="0"/>
              <a:buNone/>
              <a:defRPr sz="3150" b="1" u="sng" kern="1200" baseline="0">
                <a:solidFill>
                  <a:schemeClr val="accent5">
                    <a:lumMod val="50000"/>
                  </a:schemeClr>
                </a:solidFill>
                <a:latin typeface="+mn-lt"/>
                <a:ea typeface="+mn-ea"/>
                <a:cs typeface="+mn-cs"/>
              </a:defRPr>
            </a:lvl1pPr>
            <a:lvl2pPr marL="2753424" indent="-1059009" algn="l" defTabSz="3388829" rtl="0" eaLnBrk="1" latinLnBrk="0" hangingPunct="1">
              <a:spcBef>
                <a:spcPct val="20000"/>
              </a:spcBef>
              <a:buFont typeface="Arial" pitchFamily="34" charset="0"/>
              <a:buChar char="–"/>
              <a:defRPr sz="10440" kern="1200">
                <a:solidFill>
                  <a:schemeClr val="tx1"/>
                </a:solidFill>
                <a:latin typeface="+mn-lt"/>
                <a:ea typeface="+mn-ea"/>
                <a:cs typeface="+mn-cs"/>
              </a:defRPr>
            </a:lvl2pPr>
            <a:lvl3pPr marL="4236037" indent="-847208" algn="l" defTabSz="3388829" rtl="0" eaLnBrk="1" latinLnBrk="0" hangingPunct="1">
              <a:spcBef>
                <a:spcPct val="20000"/>
              </a:spcBef>
              <a:buFont typeface="Arial" pitchFamily="34" charset="0"/>
              <a:buChar char="•"/>
              <a:defRPr sz="8910" kern="1200">
                <a:solidFill>
                  <a:schemeClr val="tx1"/>
                </a:solidFill>
                <a:latin typeface="+mn-lt"/>
                <a:ea typeface="+mn-ea"/>
                <a:cs typeface="+mn-cs"/>
              </a:defRPr>
            </a:lvl3pPr>
            <a:lvl4pPr marL="5930452"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4pPr>
            <a:lvl5pPr marL="7624866"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5pPr>
            <a:lvl6pPr marL="9319281"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6pPr>
            <a:lvl7pPr marL="1101369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7pPr>
            <a:lvl8pPr marL="12708110"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8pPr>
            <a:lvl9pPr marL="1440252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9pPr>
          </a:lstStyle>
          <a:p>
            <a:r>
              <a:rPr lang="en-US" b="0" dirty="0"/>
              <a:t>Late Fusion - Discriminative</a:t>
            </a:r>
          </a:p>
        </p:txBody>
      </p:sp>
      <p:sp>
        <p:nvSpPr>
          <p:cNvPr id="25" name="Text Placeholder 84"/>
          <p:cNvSpPr txBox="1">
            <a:spLocks/>
          </p:cNvSpPr>
          <p:nvPr/>
        </p:nvSpPr>
        <p:spPr>
          <a:xfrm>
            <a:off x="535618" y="17663471"/>
            <a:ext cx="12949224" cy="643172"/>
          </a:xfrm>
          <a:prstGeom prst="rect">
            <a:avLst/>
          </a:prstGeom>
          <a:noFill/>
        </p:spPr>
        <p:txBody>
          <a:bodyPr wrap="square" lIns="78446" tIns="78446" rIns="78446" bIns="78446" anchor="ctr" anchorCtr="0">
            <a:spAutoFit/>
          </a:bodyPr>
          <a:lstStyle>
            <a:lvl1pPr marL="0" indent="0" algn="ctr" defTabSz="3388829" rtl="0" eaLnBrk="1" latinLnBrk="0" hangingPunct="1">
              <a:spcBef>
                <a:spcPct val="20000"/>
              </a:spcBef>
              <a:buFont typeface="Arial" pitchFamily="34" charset="0"/>
              <a:buNone/>
              <a:defRPr sz="3150" b="1" u="sng" kern="1200" baseline="0">
                <a:solidFill>
                  <a:schemeClr val="accent5">
                    <a:lumMod val="50000"/>
                  </a:schemeClr>
                </a:solidFill>
                <a:latin typeface="+mn-lt"/>
                <a:ea typeface="+mn-ea"/>
                <a:cs typeface="+mn-cs"/>
              </a:defRPr>
            </a:lvl1pPr>
            <a:lvl2pPr marL="2753424" indent="-1059009" algn="l" defTabSz="3388829" rtl="0" eaLnBrk="1" latinLnBrk="0" hangingPunct="1">
              <a:spcBef>
                <a:spcPct val="20000"/>
              </a:spcBef>
              <a:buFont typeface="Arial" pitchFamily="34" charset="0"/>
              <a:buChar char="–"/>
              <a:defRPr sz="10440" kern="1200">
                <a:solidFill>
                  <a:schemeClr val="tx1"/>
                </a:solidFill>
                <a:latin typeface="+mn-lt"/>
                <a:ea typeface="+mn-ea"/>
                <a:cs typeface="+mn-cs"/>
              </a:defRPr>
            </a:lvl2pPr>
            <a:lvl3pPr marL="4236037" indent="-847208" algn="l" defTabSz="3388829" rtl="0" eaLnBrk="1" latinLnBrk="0" hangingPunct="1">
              <a:spcBef>
                <a:spcPct val="20000"/>
              </a:spcBef>
              <a:buFont typeface="Arial" pitchFamily="34" charset="0"/>
              <a:buChar char="•"/>
              <a:defRPr sz="8910" kern="1200">
                <a:solidFill>
                  <a:schemeClr val="tx1"/>
                </a:solidFill>
                <a:latin typeface="+mn-lt"/>
                <a:ea typeface="+mn-ea"/>
                <a:cs typeface="+mn-cs"/>
              </a:defRPr>
            </a:lvl3pPr>
            <a:lvl4pPr marL="5930452"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4pPr>
            <a:lvl5pPr marL="7624866"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5pPr>
            <a:lvl6pPr marL="9319281"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6pPr>
            <a:lvl7pPr marL="1101369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7pPr>
            <a:lvl8pPr marL="12708110"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8pPr>
            <a:lvl9pPr marL="1440252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9pPr>
          </a:lstStyle>
          <a:p>
            <a:r>
              <a:rPr lang="en-US" b="0" dirty="0"/>
              <a:t>Sequential Matching - Discriminative</a:t>
            </a:r>
          </a:p>
        </p:txBody>
      </p:sp>
      <p:sp>
        <p:nvSpPr>
          <p:cNvPr id="26" name="Text Placeholder 84"/>
          <p:cNvSpPr txBox="1">
            <a:spLocks/>
          </p:cNvSpPr>
          <p:nvPr/>
        </p:nvSpPr>
        <p:spPr>
          <a:xfrm>
            <a:off x="607807" y="24324574"/>
            <a:ext cx="12949224" cy="643172"/>
          </a:xfrm>
          <a:prstGeom prst="rect">
            <a:avLst/>
          </a:prstGeom>
          <a:noFill/>
        </p:spPr>
        <p:txBody>
          <a:bodyPr wrap="square" lIns="78446" tIns="78446" rIns="78446" bIns="78446" anchor="ctr" anchorCtr="0">
            <a:spAutoFit/>
          </a:bodyPr>
          <a:lstStyle>
            <a:lvl1pPr marL="0" indent="0" algn="ctr" defTabSz="3388829" rtl="0" eaLnBrk="1" latinLnBrk="0" hangingPunct="1">
              <a:spcBef>
                <a:spcPct val="20000"/>
              </a:spcBef>
              <a:buFont typeface="Arial" pitchFamily="34" charset="0"/>
              <a:buNone/>
              <a:defRPr sz="3150" b="1" u="sng" kern="1200" baseline="0">
                <a:solidFill>
                  <a:schemeClr val="accent5">
                    <a:lumMod val="50000"/>
                  </a:schemeClr>
                </a:solidFill>
                <a:latin typeface="+mn-lt"/>
                <a:ea typeface="+mn-ea"/>
                <a:cs typeface="+mn-cs"/>
              </a:defRPr>
            </a:lvl1pPr>
            <a:lvl2pPr marL="2753424" indent="-1059009" algn="l" defTabSz="3388829" rtl="0" eaLnBrk="1" latinLnBrk="0" hangingPunct="1">
              <a:spcBef>
                <a:spcPct val="20000"/>
              </a:spcBef>
              <a:buFont typeface="Arial" pitchFamily="34" charset="0"/>
              <a:buChar char="–"/>
              <a:defRPr sz="10440" kern="1200">
                <a:solidFill>
                  <a:schemeClr val="tx1"/>
                </a:solidFill>
                <a:latin typeface="+mn-lt"/>
                <a:ea typeface="+mn-ea"/>
                <a:cs typeface="+mn-cs"/>
              </a:defRPr>
            </a:lvl2pPr>
            <a:lvl3pPr marL="4236037" indent="-847208" algn="l" defTabSz="3388829" rtl="0" eaLnBrk="1" latinLnBrk="0" hangingPunct="1">
              <a:spcBef>
                <a:spcPct val="20000"/>
              </a:spcBef>
              <a:buFont typeface="Arial" pitchFamily="34" charset="0"/>
              <a:buChar char="•"/>
              <a:defRPr sz="8910" kern="1200">
                <a:solidFill>
                  <a:schemeClr val="tx1"/>
                </a:solidFill>
                <a:latin typeface="+mn-lt"/>
                <a:ea typeface="+mn-ea"/>
                <a:cs typeface="+mn-cs"/>
              </a:defRPr>
            </a:lvl3pPr>
            <a:lvl4pPr marL="5930452"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4pPr>
            <a:lvl5pPr marL="7624866"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5pPr>
            <a:lvl6pPr marL="9319281"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6pPr>
            <a:lvl7pPr marL="1101369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7pPr>
            <a:lvl8pPr marL="12708110"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8pPr>
            <a:lvl9pPr marL="1440252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9pPr>
          </a:lstStyle>
          <a:p>
            <a:r>
              <a:rPr lang="en-US" b="0" dirty="0"/>
              <a:t>Late Fusion with Attention - Generative</a:t>
            </a:r>
          </a:p>
        </p:txBody>
      </p:sp>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81761" y="18369634"/>
            <a:ext cx="12422541" cy="4273800"/>
          </a:xfrm>
          <a:prstGeom prst="rect">
            <a:avLst/>
          </a:prstGeom>
        </p:spPr>
      </p:pic>
      <p:sp>
        <p:nvSpPr>
          <p:cNvPr id="2" name="TextBox 1"/>
          <p:cNvSpPr txBox="1"/>
          <p:nvPr/>
        </p:nvSpPr>
        <p:spPr>
          <a:xfrm>
            <a:off x="896717" y="15905148"/>
            <a:ext cx="12300153" cy="1754326"/>
          </a:xfrm>
          <a:prstGeom prst="rect">
            <a:avLst/>
          </a:prstGeom>
          <a:noFill/>
        </p:spPr>
        <p:txBody>
          <a:bodyPr wrap="square" rtlCol="0">
            <a:spAutoFit/>
          </a:bodyPr>
          <a:lstStyle/>
          <a:p>
            <a:pPr algn="just"/>
            <a:r>
              <a:rPr lang="en-US" sz="2160" dirty="0">
                <a:latin typeface="Times New Roman" panose="02020603050405020304" pitchFamily="18" charset="0"/>
                <a:cs typeface="Times New Roman" panose="02020603050405020304" pitchFamily="18" charset="0"/>
              </a:rPr>
              <a:t>We first decided to use a Late Fusion Discriminative model as one of the baselines with which we would compare our other models to in terms of performance. This model has an LF Encoder which concatenates the individual representations of the questions and the images, and linearly transforms this input to a desired joint representation of features. The discriminative decoder computes the similarity between the input encoding and the GRU encoding of the answer options to get an evaluation metric.</a:t>
            </a:r>
          </a:p>
        </p:txBody>
      </p:sp>
      <p:sp>
        <p:nvSpPr>
          <p:cNvPr id="6" name="TextBox 5"/>
          <p:cNvSpPr txBox="1"/>
          <p:nvPr/>
        </p:nvSpPr>
        <p:spPr>
          <a:xfrm>
            <a:off x="896717" y="29482288"/>
            <a:ext cx="12300154" cy="2086725"/>
          </a:xfrm>
          <a:prstGeom prst="rect">
            <a:avLst/>
          </a:prstGeom>
          <a:noFill/>
        </p:spPr>
        <p:txBody>
          <a:bodyPr wrap="square" rtlCol="0">
            <a:spAutoFit/>
          </a:bodyPr>
          <a:lstStyle/>
          <a:p>
            <a:pPr algn="just"/>
            <a:r>
              <a:rPr lang="en-US" sz="2160" dirty="0">
                <a:latin typeface="Times New Roman" charset="0"/>
                <a:ea typeface="Times New Roman" charset="0"/>
                <a:cs typeface="Times New Roman" charset="0"/>
              </a:rPr>
              <a:t>In this part, we implement the generative model with the attention-based word decoder. At every output step, the model produces a probability distribution over the next word conditioned on all the words seen previously. The context vector is produced by an attention mechanism, where the question is converted with GRU and MLP while the image is segmented first then converted with MLP. With keys and values, and the transformation of encoder features, the contexts can be created. Then we concatenate these two parts and input them along with the hidden vector into the projection to get the final distribution.</a:t>
            </a:r>
          </a:p>
        </p:txBody>
      </p:sp>
      <p:sp>
        <p:nvSpPr>
          <p:cNvPr id="34" name="TextBox 33"/>
          <p:cNvSpPr txBox="1"/>
          <p:nvPr/>
        </p:nvSpPr>
        <p:spPr>
          <a:xfrm>
            <a:off x="881761" y="22630720"/>
            <a:ext cx="12300153" cy="1754326"/>
          </a:xfrm>
          <a:prstGeom prst="rect">
            <a:avLst/>
          </a:prstGeom>
          <a:noFill/>
        </p:spPr>
        <p:txBody>
          <a:bodyPr wrap="square" rtlCol="0">
            <a:spAutoFit/>
          </a:bodyPr>
          <a:lstStyle/>
          <a:p>
            <a:pPr algn="just"/>
            <a:r>
              <a:rPr lang="en-US" sz="2160" dirty="0">
                <a:latin typeface="Times New Roman" charset="0"/>
                <a:ea typeface="Times New Roman" charset="0"/>
                <a:cs typeface="Times New Roman" charset="0"/>
              </a:rPr>
              <a:t>The sequential matching network is a new idea in turn-based dialog, whereby questions and answer options are matched in terms of how appropriate the response is to that particular question and image. The model first embeds and passes all three components through an GRU to get a feature representation, then matches each answer to a question and image and scores how appropriate that answer is, after convolving, pooling, and concatenation.</a:t>
            </a:r>
          </a:p>
        </p:txBody>
      </p:sp>
      <p:pic>
        <p:nvPicPr>
          <p:cNvPr id="11" name="Picture 1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044657" y="8252586"/>
            <a:ext cx="12031101" cy="6271532"/>
          </a:xfrm>
          <a:prstGeom prst="rect">
            <a:avLst/>
          </a:prstGeom>
        </p:spPr>
      </p:pic>
      <p:sp>
        <p:nvSpPr>
          <p:cNvPr id="32" name="Text Placeholder 86"/>
          <p:cNvSpPr txBox="1">
            <a:spLocks/>
          </p:cNvSpPr>
          <p:nvPr/>
        </p:nvSpPr>
        <p:spPr>
          <a:xfrm>
            <a:off x="13856717" y="14044299"/>
            <a:ext cx="12955929" cy="1393252"/>
          </a:xfrm>
          <a:prstGeom prst="rect">
            <a:avLst/>
          </a:prstGeom>
        </p:spPr>
        <p:txBody>
          <a:bodyPr wrap="square" lIns="196113" tIns="196113" rIns="196113" bIns="196113">
            <a:spAutoFit/>
          </a:bodyPr>
          <a:lstStyle>
            <a:lvl1pPr marL="0" indent="0" algn="l" defTabSz="3388829" rtl="0" eaLnBrk="1" latinLnBrk="0" hangingPunct="1">
              <a:spcBef>
                <a:spcPct val="20000"/>
              </a:spcBef>
              <a:buFont typeface="Arial" pitchFamily="34" charset="0"/>
              <a:buNone/>
              <a:defRPr sz="216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147260" indent="-441254"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2pPr>
            <a:lvl3pPr marL="1588514" indent="-441254"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3pPr>
            <a:lvl4pPr marL="2073893" indent="-485379"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4pPr>
            <a:lvl5pPr marL="2426896" indent="-353003" algn="l" defTabSz="3388829" rtl="0" eaLnBrk="1" latinLnBrk="0" hangingPunct="1">
              <a:spcBef>
                <a:spcPct val="20000"/>
              </a:spcBef>
              <a:buFont typeface="Arial" pitchFamily="34" charset="0"/>
              <a:buChar char="»"/>
              <a:defRPr sz="1980" kern="1200">
                <a:solidFill>
                  <a:schemeClr val="tx1"/>
                </a:solidFill>
                <a:latin typeface="Trebuchet MS" pitchFamily="34" charset="0"/>
                <a:ea typeface="+mn-ea"/>
                <a:cs typeface="+mn-cs"/>
              </a:defRPr>
            </a:lvl5pPr>
            <a:lvl6pPr marL="9319281"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6pPr>
            <a:lvl7pPr marL="1101369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7pPr>
            <a:lvl8pPr marL="12708110"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8pPr>
            <a:lvl9pPr marL="14402525" indent="-847208" algn="l" defTabSz="3388829" rtl="0" eaLnBrk="1" latinLnBrk="0" hangingPunct="1">
              <a:spcBef>
                <a:spcPct val="20000"/>
              </a:spcBef>
              <a:buFont typeface="Arial" pitchFamily="34" charset="0"/>
              <a:buChar char="•"/>
              <a:defRPr sz="7470" kern="1200">
                <a:solidFill>
                  <a:schemeClr val="tx1"/>
                </a:solidFill>
                <a:latin typeface="+mn-lt"/>
                <a:ea typeface="+mn-ea"/>
                <a:cs typeface="+mn-cs"/>
              </a:defRPr>
            </a:lvl9pPr>
          </a:lstStyle>
          <a:p>
            <a:pPr algn="just"/>
            <a:r>
              <a:rPr lang="en-US" b="1" dirty="0">
                <a:solidFill>
                  <a:schemeClr val="tx1"/>
                </a:solidFill>
              </a:rPr>
              <a:t>Evaluation</a:t>
            </a:r>
            <a:r>
              <a:rPr lang="en-US" dirty="0">
                <a:solidFill>
                  <a:schemeClr val="tx1"/>
                </a:solidFill>
              </a:rPr>
              <a:t>: Our baselines are based on Late Fusion, with the representation of questions and image. Compared to the discriminative baseline, our SMN method improves MRR by 0.18% and R@N by 0.31% on average. In the generative models, our best one improves MRR by 4.04% </a:t>
            </a:r>
            <a:r>
              <a:rPr lang="en-US">
                <a:solidFill>
                  <a:schemeClr val="tx1"/>
                </a:solidFill>
              </a:rPr>
              <a:t>and R@N </a:t>
            </a:r>
            <a:r>
              <a:rPr lang="en-US" dirty="0">
                <a:solidFill>
                  <a:schemeClr val="tx1"/>
                </a:solidFill>
              </a:rPr>
              <a:t>by 4.15%.</a:t>
            </a:r>
          </a:p>
        </p:txBody>
      </p:sp>
      <p:sp>
        <p:nvSpPr>
          <p:cNvPr id="7" name="TextBox 6"/>
          <p:cNvSpPr txBox="1"/>
          <p:nvPr/>
        </p:nvSpPr>
        <p:spPr>
          <a:xfrm>
            <a:off x="17664545" y="14713527"/>
            <a:ext cx="184731" cy="461665"/>
          </a:xfrm>
          <a:prstGeom prst="rect">
            <a:avLst/>
          </a:prstGeom>
          <a:noFill/>
        </p:spPr>
        <p:txBody>
          <a:bodyPr wrap="none" rtlCol="0">
            <a:spAutoFit/>
          </a:bodyPr>
          <a:lstStyle/>
          <a:p>
            <a:endParaRPr lang="en-US" sz="24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288820" y="25197312"/>
            <a:ext cx="11325744" cy="4019967"/>
          </a:xfrm>
          <a:prstGeom prst="rect">
            <a:avLst/>
          </a:prstGeom>
        </p:spPr>
      </p:pic>
    </p:spTree>
    <p:extLst>
      <p:ext uri="{BB962C8B-B14F-4D97-AF65-F5344CB8AC3E}">
        <p14:creationId xmlns:p14="http://schemas.microsoft.com/office/powerpoint/2010/main" val="154254544"/>
      </p:ext>
    </p:extLst>
  </p:cSld>
  <p:clrMapOvr>
    <a:masterClrMapping/>
  </p:clrMapOvr>
</p:sld>
</file>

<file path=ppt/theme/theme1.xml><?xml version="1.0" encoding="utf-8"?>
<a:theme xmlns:a="http://schemas.openxmlformats.org/drawingml/2006/main" name="PosterPresentations.com-70CMx100CM">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smtClean="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err="1" smtClean="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PosterPresentations.com-70CMx100CM</Template>
  <TotalTime>1560</TotalTime>
  <Words>1269</Words>
  <Application>Microsoft Macintosh PowerPoint</Application>
  <PresentationFormat>自定义</PresentationFormat>
  <Paragraphs>40</Paragraphs>
  <Slides>1</Slides>
  <Notes>1</Notes>
  <HiddenSlides>0</HiddenSlides>
  <MMClips>0</MMClips>
  <ScaleCrop>false</ScaleCrop>
  <HeadingPairs>
    <vt:vector size="8" baseType="variant">
      <vt:variant>
        <vt:lpstr>已用的字体</vt:lpstr>
      </vt:variant>
      <vt:variant>
        <vt:i4>5</vt:i4>
      </vt:variant>
      <vt:variant>
        <vt:lpstr>主题</vt:lpstr>
      </vt:variant>
      <vt:variant>
        <vt:i4>2</vt:i4>
      </vt:variant>
      <vt:variant>
        <vt:lpstr>嵌入 OLE 服务器</vt:lpstr>
      </vt:variant>
      <vt:variant>
        <vt:i4>1</vt:i4>
      </vt:variant>
      <vt:variant>
        <vt:lpstr>幻灯片标题</vt:lpstr>
      </vt:variant>
      <vt:variant>
        <vt:i4>1</vt:i4>
      </vt:variant>
    </vt:vector>
  </HeadingPairs>
  <TitlesOfParts>
    <vt:vector size="9" baseType="lpstr">
      <vt:lpstr>宋体</vt:lpstr>
      <vt:lpstr>Arial</vt:lpstr>
      <vt:lpstr>Calibri</vt:lpstr>
      <vt:lpstr>Times New Roman</vt:lpstr>
      <vt:lpstr>Trebuchet MS</vt:lpstr>
      <vt:lpstr>PosterPresentations.com-70CMx100CM</vt:lpstr>
      <vt:lpstr>Classic - Wide Center</vt:lpstr>
      <vt:lpstr>Image</vt:lpstr>
      <vt:lpstr>PowerPoint 演示文稿</vt:lpstr>
    </vt:vector>
  </TitlesOfParts>
  <Company>Hewlett-Packard Company</Company>
  <LinksUpToDate>false</LinksUpToDate>
  <SharedDoc>false</SharedDoc>
  <HyperlinksChanged>false</HyperlinksChanged>
  <AppVersion>16.0012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Tianhao LI</cp:lastModifiedBy>
  <cp:revision>63</cp:revision>
  <dcterms:created xsi:type="dcterms:W3CDTF">2012-02-10T00:10:15Z</dcterms:created>
  <dcterms:modified xsi:type="dcterms:W3CDTF">2018-05-07T03:11:02Z</dcterms:modified>
</cp:coreProperties>
</file>