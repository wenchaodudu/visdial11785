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41" autoAdjust="0"/>
    <p:restoredTop sz="94828" autoAdjust="0"/>
  </p:normalViewPr>
  <p:slideViewPr>
    <p:cSldViewPr snapToGrid="0" snapToObjects="1" showGuides="1">
      <p:cViewPr>
        <p:scale>
          <a:sx n="29" d="100"/>
          <a:sy n="29" d="100"/>
        </p:scale>
        <p:origin x="1720" y="-472"/>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200"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201"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202"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203"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224"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225"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226"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227"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3937752"/>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Since the memory limitation, we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2789340"/>
          </a:xfrm>
        </p:spPr>
        <p:txBody>
          <a:bodyPr/>
          <a:lstStyle/>
          <a:p>
            <a:pPr algn="just"/>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r>
              <a:rPr lang="en-US" dirty="0" smtClean="0">
                <a:solidFill>
                  <a:schemeClr val="tx1"/>
                </a:solidFill>
              </a:rPr>
              <a:t>). Mean Reciprocal Rank will essentially look at what rank the model gave the correct response, and take the mean of all the reciprocals of the ranks given. The higher this value, the better the model performed. Recall at N, the other evaluation metric, looks at whether the correct response exists within the top N ranked responses given by the model. </a:t>
            </a:r>
            <a:endParaRPr lang="en-US" dirty="0" smtClean="0">
              <a:solidFill>
                <a:schemeClr val="tx1"/>
              </a:solidFill>
            </a:endParaRPr>
          </a:p>
          <a:p>
            <a:pPr algn="just"/>
            <a:r>
              <a:rPr lang="en-US" b="1" dirty="0" smtClean="0">
                <a:solidFill>
                  <a:schemeClr val="tx1"/>
                </a:solidFill>
              </a:rPr>
              <a:t>Constraints</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a:t>
            </a:r>
          </a:p>
        </p:txBody>
      </p:sp>
      <p:sp>
        <p:nvSpPr>
          <p:cNvPr id="88" name="Text Placeholder 87"/>
          <p:cNvSpPr>
            <a:spLocks noGrp="1"/>
          </p:cNvSpPr>
          <p:nvPr>
            <p:ph type="body" sz="quarter" idx="27"/>
          </p:nvPr>
        </p:nvSpPr>
        <p:spPr>
          <a:xfrm>
            <a:off x="13846682" y="19225715"/>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012622"/>
            <a:ext cx="12947298" cy="4517826"/>
          </a:xfrm>
        </p:spPr>
        <p:txBody>
          <a:bodyPr/>
          <a:lstStyle/>
          <a:p>
            <a:pPr algn="just"/>
            <a:r>
              <a:rPr lang="en-US" dirty="0">
                <a:solidFill>
                  <a:schemeClr val="tx1"/>
                </a:solidFill>
              </a:rPr>
              <a:t>To summarize, we reproduce an AI task – Visual Dialog, where an AI agent </a:t>
            </a:r>
            <a:r>
              <a:rPr lang="en-US" dirty="0" smtClean="0">
                <a:solidFill>
                  <a:schemeClr val="tx1"/>
                </a:solidFill>
              </a:rPr>
              <a:t>must </a:t>
            </a:r>
            <a:r>
              <a:rPr lang="en-US" dirty="0">
                <a:solidFill>
                  <a:schemeClr val="tx1"/>
                </a:solidFill>
              </a:rPr>
              <a:t>hold a dialog with a human about visual content. Based on </a:t>
            </a:r>
            <a:r>
              <a:rPr lang="en-US" dirty="0" smtClean="0">
                <a:solidFill>
                  <a:schemeClr val="tx1"/>
                </a:solidFill>
              </a:rPr>
              <a:t>the Late </a:t>
            </a:r>
            <a:r>
              <a:rPr lang="en-US" dirty="0">
                <a:solidFill>
                  <a:schemeClr val="tx1"/>
                </a:solidFill>
              </a:rPr>
              <a:t>Fusion encoder, we first </a:t>
            </a:r>
            <a:r>
              <a:rPr lang="en-US" dirty="0" smtClean="0">
                <a:solidFill>
                  <a:schemeClr val="tx1"/>
                </a:solidFill>
              </a:rPr>
              <a:t>implemented </a:t>
            </a:r>
            <a:r>
              <a:rPr lang="en-US" dirty="0">
                <a:solidFill>
                  <a:schemeClr val="tx1"/>
                </a:solidFill>
              </a:rPr>
              <a:t>the </a:t>
            </a:r>
            <a:r>
              <a:rPr lang="en-US" dirty="0" smtClean="0">
                <a:solidFill>
                  <a:schemeClr val="tx1"/>
                </a:solidFill>
              </a:rPr>
              <a:t>discriminative and generative models </a:t>
            </a:r>
            <a:r>
              <a:rPr lang="en-US" dirty="0">
                <a:solidFill>
                  <a:schemeClr val="tx1"/>
                </a:solidFill>
              </a:rPr>
              <a:t>as our baselines. Then we </a:t>
            </a:r>
            <a:r>
              <a:rPr lang="en-US" dirty="0" smtClean="0">
                <a:solidFill>
                  <a:schemeClr val="tx1"/>
                </a:solidFill>
              </a:rPr>
              <a:t>came </a:t>
            </a:r>
            <a:r>
              <a:rPr lang="en-US" dirty="0">
                <a:solidFill>
                  <a:schemeClr val="tx1"/>
                </a:solidFill>
              </a:rPr>
              <a:t>up with methods focusing on improving the performance. For example, we </a:t>
            </a:r>
            <a:r>
              <a:rPr lang="en-US" dirty="0" smtClean="0">
                <a:solidFill>
                  <a:schemeClr val="tx1"/>
                </a:solidFill>
              </a:rPr>
              <a:t>applied a </a:t>
            </a:r>
            <a:r>
              <a:rPr lang="en-US" dirty="0">
                <a:solidFill>
                  <a:schemeClr val="tx1"/>
                </a:solidFill>
              </a:rPr>
              <a:t>sequential matching network into the discriminative model and </a:t>
            </a:r>
            <a:r>
              <a:rPr lang="en-US" dirty="0" smtClean="0">
                <a:solidFill>
                  <a:schemeClr val="tx1"/>
                </a:solidFill>
              </a:rPr>
              <a:t>implemented </a:t>
            </a:r>
            <a:r>
              <a:rPr lang="en-US" dirty="0">
                <a:solidFill>
                  <a:schemeClr val="tx1"/>
                </a:solidFill>
              </a:rPr>
              <a:t>question &amp; image attention in the generative model. </a:t>
            </a:r>
            <a:endParaRPr lang="en-US" dirty="0" smtClean="0">
              <a:solidFill>
                <a:schemeClr val="tx1"/>
              </a:solidFill>
            </a:endParaRPr>
          </a:p>
          <a:p>
            <a:pPr algn="just"/>
            <a:r>
              <a:rPr lang="en-US" dirty="0" smtClean="0">
                <a:solidFill>
                  <a:schemeClr val="tx1"/>
                </a:solidFill>
              </a:rPr>
              <a:t>Our </a:t>
            </a:r>
            <a:r>
              <a:rPr lang="en-US" dirty="0">
                <a:solidFill>
                  <a:schemeClr val="tx1"/>
                </a:solidFill>
              </a:rPr>
              <a:t>baseline models are comparable to the results in the paper, since we </a:t>
            </a:r>
            <a:r>
              <a:rPr lang="en-US" dirty="0" smtClean="0">
                <a:solidFill>
                  <a:schemeClr val="tx1"/>
                </a:solidFill>
              </a:rPr>
              <a:t>used </a:t>
            </a:r>
            <a:r>
              <a:rPr lang="en-US" dirty="0">
                <a:solidFill>
                  <a:schemeClr val="tx1"/>
                </a:solidFill>
              </a:rPr>
              <a:t>smaller hidden size and word embedding size. The sequential matching network in the discriminative model can slightly improve the performance, both on MRR and </a:t>
            </a:r>
            <a:r>
              <a:rPr lang="en-US" dirty="0" err="1" smtClean="0">
                <a:solidFill>
                  <a:schemeClr val="tx1"/>
                </a:solidFill>
              </a:rPr>
              <a:t>Recall@N</a:t>
            </a:r>
            <a:r>
              <a:rPr lang="en-US" dirty="0" smtClean="0">
                <a:solidFill>
                  <a:schemeClr val="tx1"/>
                </a:solidFill>
              </a:rPr>
              <a:t>. </a:t>
            </a:r>
            <a:r>
              <a:rPr lang="en-US" smtClean="0">
                <a:solidFill>
                  <a:schemeClr val="tx1"/>
                </a:solidFill>
              </a:rPr>
              <a:t>The </a:t>
            </a:r>
            <a:r>
              <a:rPr lang="en-US" dirty="0">
                <a:solidFill>
                  <a:schemeClr val="tx1"/>
                </a:solidFill>
              </a:rPr>
              <a:t>attention model takes in the concatenation context of the question and image, which greatly </a:t>
            </a:r>
            <a:r>
              <a:rPr lang="en-US" dirty="0" smtClean="0">
                <a:solidFill>
                  <a:schemeClr val="tx1"/>
                </a:solidFill>
              </a:rPr>
              <a:t>improves </a:t>
            </a:r>
            <a:r>
              <a:rPr lang="en-US" dirty="0">
                <a:solidFill>
                  <a:schemeClr val="tx1"/>
                </a:solidFill>
              </a:rPr>
              <a:t>the performance. Furthermore, we </a:t>
            </a:r>
            <a:r>
              <a:rPr lang="en-US" dirty="0" smtClean="0">
                <a:solidFill>
                  <a:schemeClr val="tx1"/>
                </a:solidFill>
              </a:rPr>
              <a:t>attempted to add </a:t>
            </a:r>
            <a:r>
              <a:rPr lang="en-US" dirty="0">
                <a:solidFill>
                  <a:schemeClr val="tx1"/>
                </a:solidFill>
              </a:rPr>
              <a:t>non-linear functions for the context, but the </a:t>
            </a:r>
            <a:r>
              <a:rPr lang="en-US" dirty="0" smtClean="0">
                <a:solidFill>
                  <a:schemeClr val="tx1"/>
                </a:solidFill>
              </a:rPr>
              <a:t>improvement was not significant.</a:t>
            </a:r>
          </a:p>
          <a:p>
            <a:pPr algn="just"/>
            <a:r>
              <a:rPr lang="en-US" dirty="0" smtClean="0">
                <a:solidFill>
                  <a:schemeClr val="tx1"/>
                </a:solidFill>
              </a:rPr>
              <a:t>In </a:t>
            </a:r>
            <a:r>
              <a:rPr lang="en-US" dirty="0">
                <a:solidFill>
                  <a:schemeClr val="tx1"/>
                </a:solidFill>
              </a:rPr>
              <a:t>conclusion, our project demonstrates that sequential matching and attention </a:t>
            </a:r>
            <a:r>
              <a:rPr lang="en-US" dirty="0" smtClean="0">
                <a:solidFill>
                  <a:schemeClr val="tx1"/>
                </a:solidFill>
              </a:rPr>
              <a:t>mechanisms can improve performance on the Visual Dialog dataset according to the MRR and R@N metrics. </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537057"/>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326830"/>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ECE,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31824" y="25004923"/>
            <a:ext cx="12300154" cy="4353671"/>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a:t>
            </a:r>
            <a:r>
              <a:rPr lang="en-US" sz="2160" dirty="0" smtClean="0">
                <a:latin typeface="Times New Roman" panose="02020603050405020304" pitchFamily="18" charset="0"/>
                <a:cs typeface="Times New Roman" panose="02020603050405020304" pitchFamily="18" charset="0"/>
              </a:rPr>
              <a:t>one of the baselines </a:t>
            </a:r>
            <a:r>
              <a:rPr lang="en-US" sz="2160" dirty="0" smtClean="0">
                <a:latin typeface="Times New Roman" panose="02020603050405020304" pitchFamily="18" charset="0"/>
                <a:cs typeface="Times New Roman" panose="02020603050405020304" pitchFamily="18" charset="0"/>
              </a:rPr>
              <a:t>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GRU encoding 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a:t>
            </a:r>
            <a:r>
              <a:rPr lang="en-US" sz="2160" dirty="0" smtClean="0">
                <a:latin typeface="Times New Roman" charset="0"/>
                <a:ea typeface="Times New Roman" charset="0"/>
                <a:cs typeface="Times New Roman" charset="0"/>
              </a:rPr>
              <a:t>GRU to </a:t>
            </a:r>
            <a:r>
              <a:rPr lang="en-US" sz="2160" dirty="0">
                <a:latin typeface="Times New Roman" charset="0"/>
                <a:ea typeface="Times New Roman" charset="0"/>
                <a:cs typeface="Times New Roman" charset="0"/>
              </a:rPr>
              <a:t>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44657" y="8959174"/>
            <a:ext cx="12031101" cy="6271532"/>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1543</TotalTime>
  <Words>1173</Words>
  <Application>Microsoft Macintosh PowerPoint</Application>
  <PresentationFormat>Custom</PresentationFormat>
  <Paragraphs>39</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Parunapu</cp:lastModifiedBy>
  <cp:revision>52</cp:revision>
  <dcterms:created xsi:type="dcterms:W3CDTF">2012-02-10T00:10:15Z</dcterms:created>
  <dcterms:modified xsi:type="dcterms:W3CDTF">2018-05-07T01:51:16Z</dcterms:modified>
</cp:coreProperties>
</file>