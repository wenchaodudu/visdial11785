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892" autoAdjust="0"/>
    <p:restoredTop sz="94851" autoAdjust="0"/>
  </p:normalViewPr>
  <p:slideViewPr>
    <p:cSldViewPr snapToGrid="0" snapToObjects="1" showGuides="1">
      <p:cViewPr>
        <p:scale>
          <a:sx n="44" d="100"/>
          <a:sy n="44" d="100"/>
        </p:scale>
        <p:origin x="2328" y="-3472"/>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5/5/18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5/5/18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04"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05"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06"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07"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128"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129"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130"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131"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19"/>
            <a:ext cx="12944945" cy="3720043"/>
          </a:xfrm>
        </p:spPr>
        <p:txBody>
          <a:bodyPr/>
          <a:lstStyle/>
          <a:p>
            <a:pPr algn="just"/>
            <a:r>
              <a:rPr lang="en-US" dirty="0"/>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answer. In our project, we attempt to first reproduce the state-of-the-art method using the widely used Visual Dialog dataset, which outperforms many other sophisticated baselines. This method uses a Late Fusion encoder with a discriminative decoder.  We also decrease the model size and still obtain comparable results by using an attention mechanism. Finally, we attempt to propose a new algorithm for further improvements and outperform the existing methods.</a:t>
            </a:r>
            <a:endParaRPr lang="en-US" dirty="0"/>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6462" y="14232814"/>
            <a:ext cx="12949224" cy="643172"/>
          </a:xfrm>
        </p:spPr>
        <p:txBody>
          <a:bodyPr/>
          <a:lstStyle/>
          <a:p>
            <a:r>
              <a:rPr lang="en-US" dirty="0" smtClean="0"/>
              <a:t>Models challenge goals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r>
              <a:rPr lang="en-US" b="1" dirty="0" smtClean="0"/>
              <a:t>Evaluation</a:t>
            </a:r>
            <a:r>
              <a:rPr lang="en-US" dirty="0" smtClean="0"/>
              <a:t>: We conduct the experiments on the retrieval task, which is evaluated with Mean Reciprocal Rank (MRR) and Recall at N (R@N).</a:t>
            </a:r>
          </a:p>
          <a:p>
            <a:r>
              <a:rPr lang="en-US" b="1" dirty="0" smtClean="0"/>
              <a:t>Limitation</a:t>
            </a:r>
            <a:r>
              <a:rPr lang="en-US" dirty="0" smtClean="0"/>
              <a:t>: Due to hardware constraints, we use smaller hidden size (200) and word embedding size (200) as opposed to 512 and 300 in Das et al.. We are able to get results that are close to what were reported by the authors.</a:t>
            </a:r>
            <a:endParaRPr lang="en-US" dirty="0"/>
          </a:p>
        </p:txBody>
      </p:sp>
      <p:sp>
        <p:nvSpPr>
          <p:cNvPr id="88" name="Text Placeholder 87"/>
          <p:cNvSpPr>
            <a:spLocks noGrp="1"/>
          </p:cNvSpPr>
          <p:nvPr>
            <p:ph type="body" sz="quarter" idx="27"/>
          </p:nvPr>
        </p:nvSpPr>
        <p:spPr>
          <a:xfrm>
            <a:off x="13856717" y="19787377"/>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728455"/>
          </a:xfrm>
        </p:spPr>
        <p:txBody>
          <a:bodyPr/>
          <a:lstStyle/>
          <a:p>
            <a:endParaRPr lang="en-US" dirty="0"/>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565119" y="14865828"/>
            <a:ext cx="12957406" cy="1393252"/>
          </a:xfrm>
        </p:spPr>
        <p:txBody>
          <a:bodyPr/>
          <a:lstStyle/>
          <a:p>
            <a:r>
              <a:rPr lang="en-US" dirty="0" smtClean="0"/>
              <a:t>In this project, we introduce a family of neural encoder-decoder models for Visual Dialog with 2 encoders </a:t>
            </a:r>
            <a:r>
              <a:rPr lang="mr-IN" dirty="0" smtClean="0"/>
              <a:t>–</a:t>
            </a:r>
            <a:r>
              <a:rPr lang="en-US" dirty="0" smtClean="0"/>
              <a:t> Late Fusion, Sequential Matching </a:t>
            </a:r>
            <a:r>
              <a:rPr lang="mr-IN" dirty="0" smtClean="0"/>
              <a:t>–</a:t>
            </a:r>
            <a:r>
              <a:rPr lang="en-US" dirty="0" smtClean="0"/>
              <a:t> and 2 decoders (generative and discriminative), which are comparable to a number of sophisticated baselines.</a:t>
            </a:r>
            <a:endParaRPr lang="en-US" dirty="0"/>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a:t>
            </a:r>
            <a:r>
              <a:rPr lang="en-US" dirty="0" smtClean="0"/>
              <a:t>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a:t>Our Visual Dialog system involves in deep learning approaches such as CNNs and RNNs with </a:t>
            </a:r>
            <a:r>
              <a:rPr lang="en-US" dirty="0" smtClean="0"/>
              <a:t>attention </a:t>
            </a:r>
            <a:r>
              <a:rPr lang="en-US" dirty="0"/>
              <a:t>to better understanding the images and questions. Therefore, also based on literature research, we decide to deploy the network based on </a:t>
            </a:r>
            <a:r>
              <a:rPr lang="en-US" dirty="0" err="1"/>
              <a:t>Pytorch</a:t>
            </a:r>
            <a:r>
              <a:rPr lang="en-US" dirty="0"/>
              <a:t> with GPUs on Amazon Web Service. </a:t>
            </a:r>
            <a:endParaRPr lang="en-US" dirty="0"/>
          </a:p>
          <a:p>
            <a:r>
              <a:rPr lang="en-US" dirty="0"/>
              <a:t>In this project, we use </a:t>
            </a:r>
            <a:r>
              <a:rPr lang="en-US" dirty="0" err="1"/>
              <a:t>VisDial</a:t>
            </a:r>
            <a:r>
              <a:rPr lang="en-US" dirty="0"/>
              <a:t> v0.9 dataset, which contains 83k dialogs on COCO-train and 40K on COCO-</a:t>
            </a:r>
            <a:r>
              <a:rPr lang="en-US" dirty="0" err="1"/>
              <a:t>val</a:t>
            </a:r>
            <a:r>
              <a:rPr lang="en-US" dirty="0"/>
              <a:t> images. We use the 83k as training and split the 40K into 5k for validation and 35k for test. </a:t>
            </a:r>
            <a:endParaRPr lang="en-US" dirty="0"/>
          </a:p>
          <a:p>
            <a:r>
              <a:rPr lang="en-US" dirty="0"/>
              <a:t>Our work is based on </a:t>
            </a:r>
            <a:r>
              <a:rPr lang="en-US" dirty="0" err="1"/>
              <a:t>Pytorch</a:t>
            </a:r>
            <a:r>
              <a:rPr lang="en-US" dirty="0"/>
              <a:t>, due to GPU memory limitation, we reduce the size of hidden layer in </a:t>
            </a:r>
            <a:r>
              <a:rPr lang="en-US" dirty="0" err="1"/>
              <a:t>GRUCell</a:t>
            </a:r>
            <a:r>
              <a:rPr lang="en-US" dirty="0"/>
              <a:t>, aiming to produce the same comparable results with less parameters and further </a:t>
            </a:r>
            <a:r>
              <a:rPr lang="en-US" dirty="0" smtClean="0"/>
              <a:t>improvements</a:t>
            </a:r>
            <a:r>
              <a:rPr lang="en-US" dirty="0"/>
              <a:t>. </a:t>
            </a:r>
            <a:endParaRPr lang="en-US" dirty="0"/>
          </a:p>
        </p:txBody>
      </p:sp>
      <p:sp>
        <p:nvSpPr>
          <p:cNvPr id="17" name="Text Placeholder 89"/>
          <p:cNvSpPr txBox="1">
            <a:spLocks/>
          </p:cNvSpPr>
          <p:nvPr/>
        </p:nvSpPr>
        <p:spPr>
          <a:xfrm>
            <a:off x="13856718" y="286042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ECE, SCE,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endParaRPr lang="en-US" sz="2000" dirty="0"/>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059794" y="16660171"/>
            <a:ext cx="9982559" cy="3335433"/>
          </a:xfrm>
          <a:prstGeom prst="rect">
            <a:avLst/>
          </a:prstGeom>
        </p:spPr>
      </p:pic>
      <p:sp>
        <p:nvSpPr>
          <p:cNvPr id="23" name="Text Placeholder 84"/>
          <p:cNvSpPr txBox="1">
            <a:spLocks/>
          </p:cNvSpPr>
          <p:nvPr/>
        </p:nvSpPr>
        <p:spPr>
          <a:xfrm>
            <a:off x="576461" y="1599690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Late fusion - Discriminative</a:t>
            </a:r>
            <a:endParaRPr lang="en-US" dirty="0" smtClean="0"/>
          </a:p>
        </p:txBody>
      </p:sp>
      <p:sp>
        <p:nvSpPr>
          <p:cNvPr id="25" name="Text Placeholder 84"/>
          <p:cNvSpPr txBox="1">
            <a:spLocks/>
          </p:cNvSpPr>
          <p:nvPr/>
        </p:nvSpPr>
        <p:spPr>
          <a:xfrm>
            <a:off x="535622" y="22549016"/>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Sequential Matching - Discriminative</a:t>
            </a:r>
            <a:endParaRPr lang="en-US" dirty="0" smtClean="0"/>
          </a:p>
        </p:txBody>
      </p:sp>
      <p:sp>
        <p:nvSpPr>
          <p:cNvPr id="26" name="Text Placeholder 84"/>
          <p:cNvSpPr txBox="1">
            <a:spLocks/>
          </p:cNvSpPr>
          <p:nvPr/>
        </p:nvSpPr>
        <p:spPr>
          <a:xfrm>
            <a:off x="576461" y="25907429"/>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Late fusion - Generative</a:t>
            </a:r>
            <a:endParaRPr lang="en-US" dirty="0" smtClean="0"/>
          </a:p>
        </p:txBody>
      </p:sp>
      <p:sp>
        <p:nvSpPr>
          <p:cNvPr id="27" name="Text Placeholder 91"/>
          <p:cNvSpPr txBox="1">
            <a:spLocks/>
          </p:cNvSpPr>
          <p:nvPr/>
        </p:nvSpPr>
        <p:spPr>
          <a:xfrm>
            <a:off x="581612" y="26568059"/>
            <a:ext cx="12957406" cy="728455"/>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In this part, we </a:t>
            </a:r>
            <a:endParaRPr lang="en-US" dirty="0"/>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2551" y="26020428"/>
            <a:ext cx="12422541" cy="4549564"/>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38864" y="20143242"/>
            <a:ext cx="12300154" cy="4353671"/>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1303</TotalTime>
  <Words>628</Words>
  <Application>Microsoft Macintosh PowerPoint</Application>
  <PresentationFormat>Custom</PresentationFormat>
  <Paragraphs>33</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33</cp:revision>
  <dcterms:created xsi:type="dcterms:W3CDTF">2012-02-10T00:10:15Z</dcterms:created>
  <dcterms:modified xsi:type="dcterms:W3CDTF">2018-05-06T20:27:16Z</dcterms:modified>
</cp:coreProperties>
</file>