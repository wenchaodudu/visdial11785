
<file path=[Content_Types].xml><?xml version="1.0" encoding="utf-8"?>
<Types xmlns="http://schemas.openxmlformats.org/package/2006/content-types">
  <Default Extension="xml" ContentType="application/xml"/>
  <Default Extension="wmf" ContentType="image/x-wmf"/>
  <Default Extension="jpeg" ContentType="image/jpeg"/>
  <Default Extension="rels" ContentType="application/vnd.openxmlformats-package.relationships+xml"/>
  <Default Extension="vml" ContentType="application/vnd.openxmlformats-officedocument.vmlDrawing"/>
  <Default Extension="bin" ContentType="application/vnd.openxmlformats-officedocument.oleObject"/>
  <Default Extension="png" ContentType="image/png"/>
  <Override PartName="/ppt/presentation.xml" ContentType="application/vnd.openxmlformats-officedocument.presentationml.presentation.main+xml"/>
  <Override PartName="/ppt/slideMasters/slideMaster1.xml" ContentType="application/vnd.openxmlformats-officedocument.presentationml.slideMaster+xml"/>
  <Override PartName="/ppt/slideMasters/slideMaster2.xml" ContentType="application/vnd.openxmlformats-officedocument.presentationml.slideMaster+xml"/>
  <Override PartName="/ppt/slides/slide1.xml" ContentType="application/vnd.openxmlformats-officedocument.presentationml.slide+xml"/>
  <Override PartName="/ppt/notesMasters/notesMaster1.xml" ContentType="application/vnd.openxmlformats-officedocument.presentationml.notesMaster+xml"/>
  <Override PartName="/ppt/handoutMasters/handoutMaster1.xml" ContentType="application/vnd.openxmlformats-officedocument.presentationml.handoutMaster+xml"/>
  <Override PartName="/ppt/commentAuthors.xml" ContentType="application/vnd.openxmlformats-officedocument.presentationml.commentAuthors+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theme/theme2.xml" ContentType="application/vnd.openxmlformats-officedocument.theme+xml"/>
  <Override PartName="/ppt/theme/theme3.xml" ContentType="application/vnd.openxmlformats-officedocument.theme+xml"/>
  <Override PartName="/ppt/theme/theme4.xml" ContentType="application/vnd.openxmlformats-officedocument.theme+xml"/>
  <Override PartName="/ppt/notesSlides/notesSlide1.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4" Type="http://schemas.openxmlformats.org/officeDocument/2006/relationships/extended-properties" Target="docProps/app.xml"/><Relationship Id="rId1" Type="http://schemas.openxmlformats.org/officeDocument/2006/relationships/officeDocument" Target="ppt/presentation.xml"/><Relationship Id="rId2" Type="http://schemas.openxmlformats.org/package/2006/relationships/metadata/thumbnail" Target="docProps/thumbnail.jpeg"/></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50" r:id="rId1"/>
    <p:sldMasterId id="2147483653" r:id="rId2"/>
  </p:sldMasterIdLst>
  <p:notesMasterIdLst>
    <p:notesMasterId r:id="rId4"/>
  </p:notesMasterIdLst>
  <p:handoutMasterIdLst>
    <p:handoutMasterId r:id="rId5"/>
  </p:handoutMasterIdLst>
  <p:sldIdLst>
    <p:sldId id="256" r:id="rId3"/>
  </p:sldIdLst>
  <p:sldSz cx="27432000" cy="32918400"/>
  <p:notesSz cx="6858000" cy="9144000"/>
  <p:defaultTextStyle>
    <a:defPPr>
      <a:defRPr lang="en-US"/>
    </a:defPPr>
    <a:lvl1pPr marL="0" algn="l" defTabSz="3765366" rtl="0" eaLnBrk="1" latinLnBrk="0" hangingPunct="1">
      <a:defRPr sz="7400" kern="1200">
        <a:solidFill>
          <a:schemeClr val="tx1"/>
        </a:solidFill>
        <a:latin typeface="+mn-lt"/>
        <a:ea typeface="+mn-ea"/>
        <a:cs typeface="+mn-cs"/>
      </a:defRPr>
    </a:lvl1pPr>
    <a:lvl2pPr marL="1882684" algn="l" defTabSz="3765366" rtl="0" eaLnBrk="1" latinLnBrk="0" hangingPunct="1">
      <a:defRPr sz="7400" kern="1200">
        <a:solidFill>
          <a:schemeClr val="tx1"/>
        </a:solidFill>
        <a:latin typeface="+mn-lt"/>
        <a:ea typeface="+mn-ea"/>
        <a:cs typeface="+mn-cs"/>
      </a:defRPr>
    </a:lvl2pPr>
    <a:lvl3pPr marL="3765366" algn="l" defTabSz="3765366" rtl="0" eaLnBrk="1" latinLnBrk="0" hangingPunct="1">
      <a:defRPr sz="7400" kern="1200">
        <a:solidFill>
          <a:schemeClr val="tx1"/>
        </a:solidFill>
        <a:latin typeface="+mn-lt"/>
        <a:ea typeface="+mn-ea"/>
        <a:cs typeface="+mn-cs"/>
      </a:defRPr>
    </a:lvl3pPr>
    <a:lvl4pPr marL="5648049" algn="l" defTabSz="3765366" rtl="0" eaLnBrk="1" latinLnBrk="0" hangingPunct="1">
      <a:defRPr sz="7400" kern="1200">
        <a:solidFill>
          <a:schemeClr val="tx1"/>
        </a:solidFill>
        <a:latin typeface="+mn-lt"/>
        <a:ea typeface="+mn-ea"/>
        <a:cs typeface="+mn-cs"/>
      </a:defRPr>
    </a:lvl4pPr>
    <a:lvl5pPr marL="7530731" algn="l" defTabSz="3765366" rtl="0" eaLnBrk="1" latinLnBrk="0" hangingPunct="1">
      <a:defRPr sz="7400" kern="1200">
        <a:solidFill>
          <a:schemeClr val="tx1"/>
        </a:solidFill>
        <a:latin typeface="+mn-lt"/>
        <a:ea typeface="+mn-ea"/>
        <a:cs typeface="+mn-cs"/>
      </a:defRPr>
    </a:lvl5pPr>
    <a:lvl6pPr marL="9413415" algn="l" defTabSz="3765366" rtl="0" eaLnBrk="1" latinLnBrk="0" hangingPunct="1">
      <a:defRPr sz="7400" kern="1200">
        <a:solidFill>
          <a:schemeClr val="tx1"/>
        </a:solidFill>
        <a:latin typeface="+mn-lt"/>
        <a:ea typeface="+mn-ea"/>
        <a:cs typeface="+mn-cs"/>
      </a:defRPr>
    </a:lvl6pPr>
    <a:lvl7pPr marL="11296099" algn="l" defTabSz="3765366" rtl="0" eaLnBrk="1" latinLnBrk="0" hangingPunct="1">
      <a:defRPr sz="7400" kern="1200">
        <a:solidFill>
          <a:schemeClr val="tx1"/>
        </a:solidFill>
        <a:latin typeface="+mn-lt"/>
        <a:ea typeface="+mn-ea"/>
        <a:cs typeface="+mn-cs"/>
      </a:defRPr>
    </a:lvl7pPr>
    <a:lvl8pPr marL="13178781" algn="l" defTabSz="3765366" rtl="0" eaLnBrk="1" latinLnBrk="0" hangingPunct="1">
      <a:defRPr sz="7400" kern="1200">
        <a:solidFill>
          <a:schemeClr val="tx1"/>
        </a:solidFill>
        <a:latin typeface="+mn-lt"/>
        <a:ea typeface="+mn-ea"/>
        <a:cs typeface="+mn-cs"/>
      </a:defRPr>
    </a:lvl8pPr>
    <a:lvl9pPr marL="15061465" algn="l" defTabSz="3765366" rtl="0" eaLnBrk="1" latinLnBrk="0" hangingPunct="1">
      <a:defRPr sz="74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3318" userDrawn="1">
          <p15:clr>
            <a:srgbClr val="A4A3A4"/>
          </p15:clr>
        </p15:guide>
        <p15:guide id="2" orient="horz" pos="288" userDrawn="1">
          <p15:clr>
            <a:srgbClr val="A4A3A4"/>
          </p15:clr>
        </p15:guide>
        <p15:guide id="3" orient="horz" pos="20160" userDrawn="1">
          <p15:clr>
            <a:srgbClr val="A4A3A4"/>
          </p15:clr>
        </p15:guide>
        <p15:guide id="4" orient="horz" userDrawn="1">
          <p15:clr>
            <a:srgbClr val="A4A3A4"/>
          </p15:clr>
        </p15:guide>
        <p15:guide id="5" pos="364" userDrawn="1">
          <p15:clr>
            <a:srgbClr val="A4A3A4"/>
          </p15:clr>
        </p15:guide>
        <p15:guide id="6" pos="16918" userDrawn="1">
          <p15:clr>
            <a:srgbClr val="A4A3A4"/>
          </p15:clr>
        </p15:guide>
      </p15:sldGuideLst>
    </p:ext>
    <p:ext uri="{2D200454-40CA-4A62-9FC3-DE9A4176ACB9}">
      <p15:notesGuideLst xmlns:p15="http://schemas.microsoft.com/office/powerpoint/2012/main">
        <p15:guide id="1" orient="horz" pos="2880">
          <p15:clr>
            <a:srgbClr val="A4A3A4"/>
          </p15:clr>
        </p15:guide>
        <p15:guide id="2" pos="2160">
          <p15:clr>
            <a:srgbClr val="A4A3A4"/>
          </p15:clr>
        </p15:guide>
      </p15:notesGuideLst>
    </p:ext>
  </p:extLst>
</p:presentation>
</file>

<file path=ppt/commentAuthors.xml><?xml version="1.0" encoding="utf-8"?>
<p:cmAuthorLst xmlns:a="http://schemas.openxmlformats.org/drawingml/2006/main" xmlns:r="http://schemas.openxmlformats.org/officeDocument/2006/relationships" xmlns:p="http://schemas.openxmlformats.org/presentationml/2006/main">
  <p:cmAuthor id="0" name="A.KOTOULAS" initials="AK" lastIdx="2" clrIdx="0"/>
  <p:cmAuthor id="1" name="A.KOTOULAS" initials="HELP" lastIdx="1" clrIdx="1"/>
  <p:cmAuthor id="2" name="A.KOTOULAS" initials="HELP - " lastIdx="1" clrIdx="2"/>
  <p:cmAuthor id="3" name="PosterPresentations.com - 510.649.3001" initials="HELP - " lastIdx="1" clrIdx="3"/>
</p:cmAuthorLst>
</file>

<file path=ppt/presProps.xml><?xml version="1.0" encoding="utf-8"?>
<p:presentationPr xmlns:a="http://schemas.openxmlformats.org/drawingml/2006/main" xmlns:r="http://schemas.openxmlformats.org/officeDocument/2006/relationships" xmlns:p="http://schemas.openxmlformats.org/presentationml/2006/main">
  <p:clrMru>
    <a:srgbClr val="F3F5FA"/>
    <a:srgbClr val="CDD2DE"/>
    <a:srgbClr val="E3E9E5"/>
    <a:srgbClr val="EAEAEA"/>
    <a:srgbClr val="FFFFFF"/>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F5AB1C69-6EDB-4FF4-983F-18BD219EF322}" styleName="Medium Style 2 - Accent 3">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3">
              <a:tint val="20000"/>
            </a:schemeClr>
          </a:solidFill>
        </a:fill>
      </a:tcStyle>
    </a:wholeTbl>
    <a:band1H>
      <a:tcStyle>
        <a:tcBdr/>
        <a:fill>
          <a:solidFill>
            <a:schemeClr val="accent3">
              <a:tint val="40000"/>
            </a:schemeClr>
          </a:solidFill>
        </a:fill>
      </a:tcStyle>
    </a:band1H>
    <a:band2H>
      <a:tcStyle>
        <a:tcBdr/>
      </a:tcStyle>
    </a:band2H>
    <a:band1V>
      <a:tcStyle>
        <a:tcBdr/>
        <a:fill>
          <a:solidFill>
            <a:schemeClr val="accent3">
              <a:tint val="40000"/>
            </a:schemeClr>
          </a:solidFill>
        </a:fill>
      </a:tcStyle>
    </a:band1V>
    <a:band2V>
      <a:tcStyle>
        <a:tcBdr/>
      </a:tcStyle>
    </a:band2V>
    <a:lastCol>
      <a:tcTxStyle b="on">
        <a:fontRef idx="minor">
          <a:prstClr val="black"/>
        </a:fontRef>
        <a:schemeClr val="lt1"/>
      </a:tcTxStyle>
      <a:tcStyle>
        <a:tcBdr/>
        <a:fill>
          <a:solidFill>
            <a:schemeClr val="accent3"/>
          </a:solidFill>
        </a:fill>
      </a:tcStyle>
    </a:lastCol>
    <a:firstCol>
      <a:tcTxStyle b="on">
        <a:fontRef idx="minor">
          <a:prstClr val="black"/>
        </a:fontRef>
        <a:schemeClr val="lt1"/>
      </a:tcTxStyle>
      <a:tcStyle>
        <a:tcBdr/>
        <a:fill>
          <a:solidFill>
            <a:schemeClr val="accent3"/>
          </a:solidFill>
        </a:fill>
      </a:tcStyle>
    </a:firstCol>
    <a:lastRow>
      <a:tcTxStyle b="on">
        <a:fontRef idx="minor">
          <a:prstClr val="black"/>
        </a:fontRef>
        <a:schemeClr val="lt1"/>
      </a:tcTxStyle>
      <a:tcStyle>
        <a:tcBdr>
          <a:top>
            <a:ln w="38100" cmpd="sng">
              <a:solidFill>
                <a:schemeClr val="lt1"/>
              </a:solidFill>
            </a:ln>
          </a:top>
        </a:tcBdr>
        <a:fill>
          <a:solidFill>
            <a:schemeClr val="accent3"/>
          </a:solidFill>
        </a:fill>
      </a:tcStyle>
    </a:lastRow>
    <a:firstRow>
      <a:tcTxStyle b="on">
        <a:fontRef idx="minor">
          <a:prstClr val="black"/>
        </a:fontRef>
        <a:schemeClr val="lt1"/>
      </a:tcTxStyle>
      <a:tcStyle>
        <a:tcBdr>
          <a:bottom>
            <a:ln w="38100" cmpd="sng">
              <a:solidFill>
                <a:schemeClr val="lt1"/>
              </a:solidFill>
            </a:ln>
          </a:bottom>
        </a:tcBdr>
        <a:fill>
          <a:solidFill>
            <a:schemeClr val="accent3"/>
          </a:solidFill>
        </a:fill>
      </a:tcStyle>
    </a:firstRow>
  </a:tblStyle>
  <a:tblStyle styleId="{00A15C55-8517-42AA-B614-E9B94910E393}" styleName="Medium Style 2 - Accent 4">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4">
              <a:tint val="20000"/>
            </a:schemeClr>
          </a:solidFill>
        </a:fill>
      </a:tcStyle>
    </a:wholeTbl>
    <a:band1H>
      <a:tcStyle>
        <a:tcBdr/>
        <a:fill>
          <a:solidFill>
            <a:schemeClr val="accent4">
              <a:tint val="40000"/>
            </a:schemeClr>
          </a:solidFill>
        </a:fill>
      </a:tcStyle>
    </a:band1H>
    <a:band2H>
      <a:tcStyle>
        <a:tcBdr/>
      </a:tcStyle>
    </a:band2H>
    <a:band1V>
      <a:tcStyle>
        <a:tcBdr/>
        <a:fill>
          <a:solidFill>
            <a:schemeClr val="accent4">
              <a:tint val="40000"/>
            </a:schemeClr>
          </a:solidFill>
        </a:fill>
      </a:tcStyle>
    </a:band1V>
    <a:band2V>
      <a:tcStyle>
        <a:tcBdr/>
      </a:tcStyle>
    </a:band2V>
    <a:lastCol>
      <a:tcTxStyle b="on">
        <a:fontRef idx="minor">
          <a:prstClr val="black"/>
        </a:fontRef>
        <a:schemeClr val="lt1"/>
      </a:tcTxStyle>
      <a:tcStyle>
        <a:tcBdr/>
        <a:fill>
          <a:solidFill>
            <a:schemeClr val="accent4"/>
          </a:solidFill>
        </a:fill>
      </a:tcStyle>
    </a:lastCol>
    <a:firstCol>
      <a:tcTxStyle b="on">
        <a:fontRef idx="minor">
          <a:prstClr val="black"/>
        </a:fontRef>
        <a:schemeClr val="lt1"/>
      </a:tcTxStyle>
      <a:tcStyle>
        <a:tcBdr/>
        <a:fill>
          <a:solidFill>
            <a:schemeClr val="accent4"/>
          </a:solidFill>
        </a:fill>
      </a:tcStyle>
    </a:firstCol>
    <a:lastRow>
      <a:tcTxStyle b="on">
        <a:fontRef idx="minor">
          <a:prstClr val="black"/>
        </a:fontRef>
        <a:schemeClr val="lt1"/>
      </a:tcTxStyle>
      <a:tcStyle>
        <a:tcBdr>
          <a:top>
            <a:ln w="38100" cmpd="sng">
              <a:solidFill>
                <a:schemeClr val="lt1"/>
              </a:solidFill>
            </a:ln>
          </a:top>
        </a:tcBdr>
        <a:fill>
          <a:solidFill>
            <a:schemeClr val="accent4"/>
          </a:solidFill>
        </a:fill>
      </a:tcStyle>
    </a:lastRow>
    <a:firstRow>
      <a:tcTxStyle b="on">
        <a:fontRef idx="minor">
          <a:prstClr val="black"/>
        </a:fontRef>
        <a:schemeClr val="lt1"/>
      </a:tcTxStyle>
      <a:tcStyle>
        <a:tcBdr>
          <a:bottom>
            <a:ln w="38100" cmpd="sng">
              <a:solidFill>
                <a:schemeClr val="lt1"/>
              </a:solidFill>
            </a:ln>
          </a:bottom>
        </a:tcBdr>
        <a:fill>
          <a:solidFill>
            <a:schemeClr val="accent4"/>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12928" autoAdjust="0"/>
    <p:restoredTop sz="94830" autoAdjust="0"/>
  </p:normalViewPr>
  <p:slideViewPr>
    <p:cSldViewPr snapToGrid="0" snapToObjects="1" showGuides="1">
      <p:cViewPr>
        <p:scale>
          <a:sx n="53" d="100"/>
          <a:sy n="53" d="100"/>
        </p:scale>
        <p:origin x="88" y="-5744"/>
      </p:cViewPr>
      <p:guideLst>
        <p:guide orient="horz" pos="3318"/>
        <p:guide orient="horz" pos="288"/>
        <p:guide orient="horz" pos="20160"/>
        <p:guide orient="horz"/>
        <p:guide pos="364"/>
        <p:guide pos="16918"/>
      </p:guideLst>
    </p:cSldViewPr>
  </p:slideViewPr>
  <p:outlineViewPr>
    <p:cViewPr>
      <p:scale>
        <a:sx n="33" d="100"/>
        <a:sy n="33" d="100"/>
      </p:scale>
      <p:origin x="0" y="0"/>
    </p:cViewPr>
  </p:outlineViewPr>
  <p:notesTextViewPr>
    <p:cViewPr>
      <p:scale>
        <a:sx n="100" d="100"/>
        <a:sy n="100" d="100"/>
      </p:scale>
      <p:origin x="0" y="0"/>
    </p:cViewPr>
  </p:notesTextViewPr>
  <p:sorterViewPr>
    <p:cViewPr>
      <p:scale>
        <a:sx n="66" d="100"/>
        <a:sy n="66" d="100"/>
      </p:scale>
      <p:origin x="0" y="0"/>
    </p:cViewPr>
  </p:sorterViewPr>
  <p:notesViewPr>
    <p:cSldViewPr snapToGrid="0" snapToObjects="1" showGuides="1">
      <p:cViewPr varScale="1">
        <p:scale>
          <a:sx n="83" d="100"/>
          <a:sy n="83" d="100"/>
        </p:scale>
        <p:origin x="-2730" y="-84"/>
      </p:cViewPr>
      <p:guideLst>
        <p:guide orient="horz" pos="2880"/>
        <p:guide pos="2160"/>
      </p:guideLst>
    </p:cSldViewPr>
  </p:notesViewPr>
  <p:gridSpacing cx="76200" cy="76200"/>
</p:viewPr>
</file>

<file path=ppt/_rels/presentation.xml.rels><?xml version="1.0" encoding="UTF-8" standalone="yes"?>
<Relationships xmlns="http://schemas.openxmlformats.org/package/2006/relationships"><Relationship Id="rId3" Type="http://schemas.openxmlformats.org/officeDocument/2006/relationships/slide" Target="slides/slide1.xml"/><Relationship Id="rId4" Type="http://schemas.openxmlformats.org/officeDocument/2006/relationships/notesMaster" Target="notesMasters/notesMaster1.xml"/><Relationship Id="rId5" Type="http://schemas.openxmlformats.org/officeDocument/2006/relationships/handoutMaster" Target="handoutMasters/handoutMaster1.xml"/><Relationship Id="rId6" Type="http://schemas.openxmlformats.org/officeDocument/2006/relationships/commentAuthors" Target="commentAuthors.xml"/><Relationship Id="rId7" Type="http://schemas.openxmlformats.org/officeDocument/2006/relationships/presProps" Target="presProps.xml"/><Relationship Id="rId8" Type="http://schemas.openxmlformats.org/officeDocument/2006/relationships/viewProps" Target="viewProps.xml"/><Relationship Id="rId9" Type="http://schemas.openxmlformats.org/officeDocument/2006/relationships/theme" Target="theme/theme1.xml"/><Relationship Id="rId10" Type="http://schemas.openxmlformats.org/officeDocument/2006/relationships/tableStyles" Target="tableStyles.xml"/><Relationship Id="rId1" Type="http://schemas.openxmlformats.org/officeDocument/2006/relationships/slideMaster" Target="slideMasters/slideMaster1.xml"/><Relationship Id="rId2" Type="http://schemas.openxmlformats.org/officeDocument/2006/relationships/slideMaster" Target="slideMasters/slideMaster2.xml"/></Relationships>
</file>

<file path=ppt/drawings/_rels/vmlDrawing1.vml.rels><?xml version="1.0" encoding="UTF-8" standalone="yes"?>
<Relationships xmlns="http://schemas.openxmlformats.org/package/2006/relationships"><Relationship Id="rId3" Type="http://schemas.openxmlformats.org/officeDocument/2006/relationships/image" Target="../media/image3.wmf"/><Relationship Id="rId4" Type="http://schemas.openxmlformats.org/officeDocument/2006/relationships/image" Target="../media/image4.wmf"/><Relationship Id="rId1" Type="http://schemas.openxmlformats.org/officeDocument/2006/relationships/image" Target="../media/image1.wmf"/><Relationship Id="rId2" Type="http://schemas.openxmlformats.org/officeDocument/2006/relationships/image" Target="../media/image2.wmf"/></Relationships>
</file>

<file path=ppt/drawings/_rels/vmlDrawing2.vml.rels><?xml version="1.0" encoding="UTF-8" standalone="yes"?>
<Relationships xmlns="http://schemas.openxmlformats.org/package/2006/relationships"><Relationship Id="rId3" Type="http://schemas.openxmlformats.org/officeDocument/2006/relationships/image" Target="../media/image3.wmf"/><Relationship Id="rId4" Type="http://schemas.openxmlformats.org/officeDocument/2006/relationships/image" Target="../media/image4.wmf"/><Relationship Id="rId1" Type="http://schemas.openxmlformats.org/officeDocument/2006/relationships/image" Target="../media/image1.wmf"/><Relationship Id="rId2" Type="http://schemas.openxmlformats.org/officeDocument/2006/relationships/image" Target="../media/image2.wmf"/></Relationships>
</file>

<file path=ppt/handoutMasters/_rels/handoutMaster1.xml.rels><?xml version="1.0" encoding="UTF-8" standalone="yes"?>
<Relationships xmlns="http://schemas.openxmlformats.org/package/2006/relationships"><Relationship Id="rId1" Type="http://schemas.openxmlformats.org/officeDocument/2006/relationships/theme" Target="../theme/theme4.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sz="quarter" idx="1"/>
          </p:nvPr>
        </p:nvSpPr>
        <p:spPr>
          <a:xfrm>
            <a:off x="3884613" y="0"/>
            <a:ext cx="2971800" cy="457200"/>
          </a:xfrm>
          <a:prstGeom prst="rect">
            <a:avLst/>
          </a:prstGeom>
        </p:spPr>
        <p:txBody>
          <a:bodyPr vert="horz" lIns="91440" tIns="45720" rIns="91440" bIns="45720" rtlCol="0"/>
          <a:lstStyle>
            <a:lvl1pPr algn="r">
              <a:defRPr sz="1200"/>
            </a:lvl1pPr>
          </a:lstStyle>
          <a:p>
            <a:fld id="{0158C5BC-9A70-462C-B28D-9600239EAC64}" type="datetimeFigureOut">
              <a:rPr lang="en-US" smtClean="0"/>
              <a:pPr/>
              <a:t>5/6/18</a:t>
            </a:fld>
            <a:endParaRPr lang="en-US"/>
          </a:p>
        </p:txBody>
      </p:sp>
      <p:sp>
        <p:nvSpPr>
          <p:cNvPr id="4" name="Footer Placeholder 3"/>
          <p:cNvSpPr>
            <a:spLocks noGrp="1"/>
          </p:cNvSpPr>
          <p:nvPr>
            <p:ph type="ftr" sz="quarter" idx="2"/>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5" name="Slide Number Placeholder 4"/>
          <p:cNvSpPr>
            <a:spLocks noGrp="1"/>
          </p:cNvSpPr>
          <p:nvPr>
            <p:ph type="sldNum" sz="quarter" idx="3"/>
          </p:nvPr>
        </p:nvSpPr>
        <p:spPr>
          <a:xfrm>
            <a:off x="3884613" y="8685213"/>
            <a:ext cx="2971800" cy="457200"/>
          </a:xfrm>
          <a:prstGeom prst="rect">
            <a:avLst/>
          </a:prstGeom>
        </p:spPr>
        <p:txBody>
          <a:bodyPr vert="horz" lIns="91440" tIns="45720" rIns="91440" bIns="45720" rtlCol="0" anchor="b"/>
          <a:lstStyle>
            <a:lvl1pPr algn="r">
              <a:defRPr sz="1200"/>
            </a:lvl1pPr>
          </a:lstStyle>
          <a:p>
            <a:fld id="{79C131B7-05CA-4AEE-9267-6D0ED4DC84F3}" type="slidenum">
              <a:rPr lang="en-US" smtClean="0"/>
              <a:pPr/>
              <a:t>‹#›</a:t>
            </a:fld>
            <a:endParaRPr lang="en-US"/>
          </a:p>
        </p:txBody>
      </p:sp>
    </p:spTree>
    <p:extLst>
      <p:ext uri="{BB962C8B-B14F-4D97-AF65-F5344CB8AC3E}">
        <p14:creationId xmlns:p14="http://schemas.microsoft.com/office/powerpoint/2010/main" val="1533006628"/>
      </p:ext>
    </p:extLst>
  </p:cSld>
  <p:clrMap bg1="lt1" tx1="dk1" bg2="lt2" tx2="dk2" accent1="accent1" accent2="accent2" accent3="accent3" accent4="accent4" accent5="accent5" accent6="accent6" hlink="hlink" folHlink="folHlink"/>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3.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dirty="0"/>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E6CC2317-6751-4CD4-9995-8782DD78E936}" type="datetimeFigureOut">
              <a:rPr lang="en-US" smtClean="0"/>
              <a:pPr/>
              <a:t>5/6/18</a:t>
            </a:fld>
            <a:endParaRPr lang="en-US" dirty="0"/>
          </a:p>
        </p:txBody>
      </p:sp>
      <p:sp>
        <p:nvSpPr>
          <p:cNvPr id="4" name="Slide Image Placeholder 3"/>
          <p:cNvSpPr>
            <a:spLocks noGrp="1" noRot="1" noChangeAspect="1"/>
          </p:cNvSpPr>
          <p:nvPr>
            <p:ph type="sldImg" idx="2"/>
          </p:nvPr>
        </p:nvSpPr>
        <p:spPr>
          <a:xfrm>
            <a:off x="2000250" y="685800"/>
            <a:ext cx="2857500" cy="3429000"/>
          </a:xfrm>
          <a:prstGeom prst="rect">
            <a:avLst/>
          </a:prstGeom>
          <a:noFill/>
          <a:ln w="12700">
            <a:solidFill>
              <a:prstClr val="black"/>
            </a:solidFill>
          </a:ln>
        </p:spPr>
        <p:txBody>
          <a:bodyPr vert="horz" lIns="91440" tIns="45720" rIns="91440" bIns="45720" rtlCol="0" anchor="ctr"/>
          <a:lstStyle/>
          <a:p>
            <a:endParaRPr lang="en-US" dirty="0"/>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dirty="0"/>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26A1A87D-CAF7-4BDC-A0D3-C0DBEDE81619}" type="slidenum">
              <a:rPr lang="en-US" smtClean="0"/>
              <a:pPr/>
              <a:t>‹#›</a:t>
            </a:fld>
            <a:endParaRPr lang="en-US" dirty="0"/>
          </a:p>
        </p:txBody>
      </p:sp>
    </p:spTree>
    <p:extLst>
      <p:ext uri="{BB962C8B-B14F-4D97-AF65-F5344CB8AC3E}">
        <p14:creationId xmlns:p14="http://schemas.microsoft.com/office/powerpoint/2010/main" val="2675050545"/>
      </p:ext>
    </p:extLst>
  </p:cSld>
  <p:clrMap bg1="lt1" tx1="dk1" bg2="lt2" tx2="dk2" accent1="accent1" accent2="accent2" accent3="accent3" accent4="accent4" accent5="accent5" accent6="accent6" hlink="hlink" folHlink="folHlink"/>
  <p:notesStyle>
    <a:lvl1pPr marL="0" algn="l" defTabSz="3765366" rtl="0" eaLnBrk="1" latinLnBrk="0" hangingPunct="1">
      <a:defRPr sz="5000" kern="1200">
        <a:solidFill>
          <a:schemeClr val="tx1"/>
        </a:solidFill>
        <a:latin typeface="+mn-lt"/>
        <a:ea typeface="+mn-ea"/>
        <a:cs typeface="+mn-cs"/>
      </a:defRPr>
    </a:lvl1pPr>
    <a:lvl2pPr marL="1882684" algn="l" defTabSz="3765366" rtl="0" eaLnBrk="1" latinLnBrk="0" hangingPunct="1">
      <a:defRPr sz="5000" kern="1200">
        <a:solidFill>
          <a:schemeClr val="tx1"/>
        </a:solidFill>
        <a:latin typeface="+mn-lt"/>
        <a:ea typeface="+mn-ea"/>
        <a:cs typeface="+mn-cs"/>
      </a:defRPr>
    </a:lvl2pPr>
    <a:lvl3pPr marL="3765366" algn="l" defTabSz="3765366" rtl="0" eaLnBrk="1" latinLnBrk="0" hangingPunct="1">
      <a:defRPr sz="5000" kern="1200">
        <a:solidFill>
          <a:schemeClr val="tx1"/>
        </a:solidFill>
        <a:latin typeface="+mn-lt"/>
        <a:ea typeface="+mn-ea"/>
        <a:cs typeface="+mn-cs"/>
      </a:defRPr>
    </a:lvl3pPr>
    <a:lvl4pPr marL="5648049" algn="l" defTabSz="3765366" rtl="0" eaLnBrk="1" latinLnBrk="0" hangingPunct="1">
      <a:defRPr sz="5000" kern="1200">
        <a:solidFill>
          <a:schemeClr val="tx1"/>
        </a:solidFill>
        <a:latin typeface="+mn-lt"/>
        <a:ea typeface="+mn-ea"/>
        <a:cs typeface="+mn-cs"/>
      </a:defRPr>
    </a:lvl4pPr>
    <a:lvl5pPr marL="7530731" algn="l" defTabSz="3765366" rtl="0" eaLnBrk="1" latinLnBrk="0" hangingPunct="1">
      <a:defRPr sz="5000" kern="1200">
        <a:solidFill>
          <a:schemeClr val="tx1"/>
        </a:solidFill>
        <a:latin typeface="+mn-lt"/>
        <a:ea typeface="+mn-ea"/>
        <a:cs typeface="+mn-cs"/>
      </a:defRPr>
    </a:lvl5pPr>
    <a:lvl6pPr marL="9413415" algn="l" defTabSz="3765366" rtl="0" eaLnBrk="1" latinLnBrk="0" hangingPunct="1">
      <a:defRPr sz="5000" kern="1200">
        <a:solidFill>
          <a:schemeClr val="tx1"/>
        </a:solidFill>
        <a:latin typeface="+mn-lt"/>
        <a:ea typeface="+mn-ea"/>
        <a:cs typeface="+mn-cs"/>
      </a:defRPr>
    </a:lvl6pPr>
    <a:lvl7pPr marL="11296099" algn="l" defTabSz="3765366" rtl="0" eaLnBrk="1" latinLnBrk="0" hangingPunct="1">
      <a:defRPr sz="5000" kern="1200">
        <a:solidFill>
          <a:schemeClr val="tx1"/>
        </a:solidFill>
        <a:latin typeface="+mn-lt"/>
        <a:ea typeface="+mn-ea"/>
        <a:cs typeface="+mn-cs"/>
      </a:defRPr>
    </a:lvl7pPr>
    <a:lvl8pPr marL="13178781" algn="l" defTabSz="3765366" rtl="0" eaLnBrk="1" latinLnBrk="0" hangingPunct="1">
      <a:defRPr sz="5000" kern="1200">
        <a:solidFill>
          <a:schemeClr val="tx1"/>
        </a:solidFill>
        <a:latin typeface="+mn-lt"/>
        <a:ea typeface="+mn-ea"/>
        <a:cs typeface="+mn-cs"/>
      </a:defRPr>
    </a:lvl8pPr>
    <a:lvl9pPr marL="15061465" algn="l" defTabSz="3765366" rtl="0" eaLnBrk="1" latinLnBrk="0" hangingPunct="1">
      <a:defRPr sz="50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26A1A87D-CAF7-4BDC-A0D3-C0DBEDE81619}" type="slidenum">
              <a:rPr lang="en-US" smtClean="0"/>
              <a:pPr/>
              <a:t>1</a:t>
            </a:fld>
            <a:endParaRPr lang="en-US" dirty="0"/>
          </a:p>
        </p:txBody>
      </p:sp>
    </p:spTree>
    <p:extLst>
      <p:ext uri="{BB962C8B-B14F-4D97-AF65-F5344CB8AC3E}">
        <p14:creationId xmlns:p14="http://schemas.microsoft.com/office/powerpoint/2010/main" val="112078317"/>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userDrawn="1">
  <p:cSld name="1_Standard 4 columns">
    <p:spTree>
      <p:nvGrpSpPr>
        <p:cNvPr id="1" name=""/>
        <p:cNvGrpSpPr/>
        <p:nvPr/>
      </p:nvGrpSpPr>
      <p:grpSpPr>
        <a:xfrm>
          <a:off x="0" y="0"/>
          <a:ext cx="0" cy="0"/>
          <a:chOff x="0" y="0"/>
          <a:chExt cx="0" cy="0"/>
        </a:xfrm>
      </p:grpSpPr>
      <p:sp>
        <p:nvSpPr>
          <p:cNvPr id="4" name="Text Placeholder 3"/>
          <p:cNvSpPr>
            <a:spLocks noGrp="1"/>
          </p:cNvSpPr>
          <p:nvPr>
            <p:ph type="body" sz="quarter" idx="10" hasCustomPrompt="1"/>
          </p:nvPr>
        </p:nvSpPr>
        <p:spPr>
          <a:xfrm>
            <a:off x="565119" y="5875819"/>
            <a:ext cx="12956288" cy="728455"/>
          </a:xfrm>
          <a:prstGeom prst="rect">
            <a:avLst/>
          </a:prstGeom>
        </p:spPr>
        <p:txBody>
          <a:bodyPr wrap="square" lIns="196113" tIns="196113" rIns="196113" bIns="196113">
            <a:spAutoFit/>
          </a:bodyPr>
          <a:lstStyle>
            <a:lvl1pPr marL="0" indent="0">
              <a:buNone/>
              <a:defRPr sz="2160">
                <a:solidFill>
                  <a:schemeClr val="accent5">
                    <a:lumMod val="50000"/>
                  </a:schemeClr>
                </a:solidFill>
                <a:latin typeface="Times New Roman" panose="02020603050405020304" pitchFamily="18" charset="0"/>
                <a:cs typeface="Times New Roman" panose="02020603050405020304" pitchFamily="18" charset="0"/>
              </a:defRPr>
            </a:lvl1pPr>
            <a:lvl2pPr marL="1147260" indent="-441254">
              <a:defRPr sz="1980">
                <a:latin typeface="Trebuchet MS" pitchFamily="34" charset="0"/>
              </a:defRPr>
            </a:lvl2pPr>
            <a:lvl3pPr marL="1588514" indent="-441254">
              <a:defRPr sz="1980">
                <a:latin typeface="Trebuchet MS" pitchFamily="34" charset="0"/>
              </a:defRPr>
            </a:lvl3pPr>
            <a:lvl4pPr marL="2073893" indent="-485379">
              <a:defRPr sz="1980">
                <a:latin typeface="Trebuchet MS" pitchFamily="34" charset="0"/>
              </a:defRPr>
            </a:lvl4pPr>
            <a:lvl5pPr marL="2426896" indent="-353003">
              <a:defRPr sz="1980">
                <a:latin typeface="Trebuchet MS" pitchFamily="34" charset="0"/>
              </a:defRPr>
            </a:lvl5pPr>
          </a:lstStyle>
          <a:p>
            <a:pPr lvl="0"/>
            <a:r>
              <a:rPr lang="en-US" dirty="0" smtClean="0"/>
              <a:t>Type in or paste your text here</a:t>
            </a:r>
            <a:endParaRPr lang="en-US" dirty="0"/>
          </a:p>
        </p:txBody>
      </p:sp>
      <p:sp>
        <p:nvSpPr>
          <p:cNvPr id="6" name="Text Placeholder 5"/>
          <p:cNvSpPr>
            <a:spLocks noGrp="1"/>
          </p:cNvSpPr>
          <p:nvPr>
            <p:ph type="body" sz="quarter" idx="11" hasCustomPrompt="1"/>
          </p:nvPr>
        </p:nvSpPr>
        <p:spPr>
          <a:xfrm>
            <a:off x="576466" y="5286040"/>
            <a:ext cx="12946061" cy="643172"/>
          </a:xfrm>
          <a:prstGeom prst="rect">
            <a:avLst/>
          </a:prstGeom>
          <a:noFill/>
        </p:spPr>
        <p:txBody>
          <a:bodyPr wrap="square" lIns="78446" tIns="78446" rIns="78446" bIns="78446" anchor="ctr" anchorCtr="0">
            <a:spAutoFit/>
          </a:bodyPr>
          <a:lstStyle>
            <a:lvl1pPr marL="0" indent="0" algn="ctr">
              <a:buNone/>
              <a:defRPr sz="3150" b="1" u="sng" baseline="0">
                <a:solidFill>
                  <a:schemeClr val="accent5">
                    <a:lumMod val="50000"/>
                  </a:schemeClr>
                </a:solidFill>
              </a:defRPr>
            </a:lvl1pPr>
          </a:lstStyle>
          <a:p>
            <a:pPr lvl="0"/>
            <a:r>
              <a:rPr lang="en-US" dirty="0" smtClean="0"/>
              <a:t>(click to edit) INTRODUCTION or ABSTRACT</a:t>
            </a:r>
            <a:endParaRPr lang="en-US" dirty="0"/>
          </a:p>
        </p:txBody>
      </p:sp>
      <p:sp>
        <p:nvSpPr>
          <p:cNvPr id="20" name="Text Placeholder 5"/>
          <p:cNvSpPr>
            <a:spLocks noGrp="1"/>
          </p:cNvSpPr>
          <p:nvPr>
            <p:ph type="body" sz="quarter" idx="20" hasCustomPrompt="1"/>
          </p:nvPr>
        </p:nvSpPr>
        <p:spPr>
          <a:xfrm>
            <a:off x="576462" y="14232814"/>
            <a:ext cx="12949224" cy="643172"/>
          </a:xfrm>
          <a:prstGeom prst="rect">
            <a:avLst/>
          </a:prstGeom>
          <a:noFill/>
        </p:spPr>
        <p:txBody>
          <a:bodyPr wrap="square" lIns="78446" tIns="78446" rIns="78446" bIns="78446" anchor="ctr" anchorCtr="0">
            <a:spAutoFit/>
          </a:bodyPr>
          <a:lstStyle>
            <a:lvl1pPr marL="0" indent="0" algn="ctr">
              <a:buNone/>
              <a:defRPr sz="3150" b="1" u="sng" baseline="0">
                <a:solidFill>
                  <a:schemeClr val="accent5">
                    <a:lumMod val="50000"/>
                  </a:schemeClr>
                </a:solidFill>
              </a:defRPr>
            </a:lvl1pPr>
          </a:lstStyle>
          <a:p>
            <a:pPr lvl="0"/>
            <a:r>
              <a:rPr lang="en-US" dirty="0" smtClean="0"/>
              <a:t>(click to edit)  OBJECTIVES</a:t>
            </a:r>
            <a:endParaRPr lang="en-US" dirty="0"/>
          </a:p>
        </p:txBody>
      </p:sp>
      <p:sp>
        <p:nvSpPr>
          <p:cNvPr id="25" name="Text Placeholder 5"/>
          <p:cNvSpPr>
            <a:spLocks noGrp="1"/>
          </p:cNvSpPr>
          <p:nvPr>
            <p:ph type="body" sz="quarter" idx="25" hasCustomPrompt="1"/>
          </p:nvPr>
        </p:nvSpPr>
        <p:spPr>
          <a:xfrm>
            <a:off x="13856718" y="5286040"/>
            <a:ext cx="12945893" cy="643172"/>
          </a:xfrm>
          <a:prstGeom prst="rect">
            <a:avLst/>
          </a:prstGeom>
          <a:noFill/>
        </p:spPr>
        <p:txBody>
          <a:bodyPr wrap="square" lIns="78446" tIns="78446" rIns="78446" bIns="78446" anchor="ctr" anchorCtr="0">
            <a:spAutoFit/>
          </a:bodyPr>
          <a:lstStyle>
            <a:lvl1pPr marL="0" indent="0" algn="ctr">
              <a:buNone/>
              <a:defRPr sz="3150" b="1" u="sng" baseline="0">
                <a:solidFill>
                  <a:schemeClr val="accent5">
                    <a:lumMod val="50000"/>
                  </a:schemeClr>
                </a:solidFill>
              </a:defRPr>
            </a:lvl1pPr>
          </a:lstStyle>
          <a:p>
            <a:pPr lvl="0"/>
            <a:r>
              <a:rPr lang="en-US" dirty="0" smtClean="0"/>
              <a:t>(click to edit)  CONCLUSIONS</a:t>
            </a:r>
            <a:endParaRPr lang="en-US" dirty="0"/>
          </a:p>
        </p:txBody>
      </p:sp>
      <p:sp>
        <p:nvSpPr>
          <p:cNvPr id="26" name="Text Placeholder 3"/>
          <p:cNvSpPr>
            <a:spLocks noGrp="1"/>
          </p:cNvSpPr>
          <p:nvPr>
            <p:ph type="body" sz="quarter" idx="26" hasCustomPrompt="1"/>
          </p:nvPr>
        </p:nvSpPr>
        <p:spPr>
          <a:xfrm>
            <a:off x="13856718" y="5875819"/>
            <a:ext cx="12945893" cy="728455"/>
          </a:xfrm>
          <a:prstGeom prst="rect">
            <a:avLst/>
          </a:prstGeom>
        </p:spPr>
        <p:txBody>
          <a:bodyPr wrap="square" lIns="196113" tIns="196113" rIns="196113" bIns="196113">
            <a:spAutoFit/>
          </a:bodyPr>
          <a:lstStyle>
            <a:lvl1pPr marL="0" indent="0">
              <a:buNone/>
              <a:defRPr sz="2160">
                <a:solidFill>
                  <a:schemeClr val="accent5">
                    <a:lumMod val="50000"/>
                  </a:schemeClr>
                </a:solidFill>
                <a:latin typeface="Times New Roman" panose="02020603050405020304" pitchFamily="18" charset="0"/>
                <a:cs typeface="Times New Roman" panose="02020603050405020304" pitchFamily="18" charset="0"/>
              </a:defRPr>
            </a:lvl1pPr>
            <a:lvl2pPr marL="1147260" indent="-441254">
              <a:defRPr sz="1980">
                <a:latin typeface="Trebuchet MS" pitchFamily="34" charset="0"/>
              </a:defRPr>
            </a:lvl2pPr>
            <a:lvl3pPr marL="1588514" indent="-441254">
              <a:defRPr sz="1980">
                <a:latin typeface="Trebuchet MS" pitchFamily="34" charset="0"/>
              </a:defRPr>
            </a:lvl3pPr>
            <a:lvl4pPr marL="2073893" indent="-485379">
              <a:defRPr sz="1980">
                <a:latin typeface="Trebuchet MS" pitchFamily="34" charset="0"/>
              </a:defRPr>
            </a:lvl4pPr>
            <a:lvl5pPr marL="2426896" indent="-353003">
              <a:defRPr sz="1980">
                <a:latin typeface="Trebuchet MS" pitchFamily="34" charset="0"/>
              </a:defRPr>
            </a:lvl5pPr>
          </a:lstStyle>
          <a:p>
            <a:pPr lvl="0"/>
            <a:r>
              <a:rPr lang="en-US" dirty="0" smtClean="0"/>
              <a:t>Type in or paste your text here</a:t>
            </a:r>
            <a:endParaRPr lang="en-US" dirty="0"/>
          </a:p>
        </p:txBody>
      </p:sp>
      <p:sp>
        <p:nvSpPr>
          <p:cNvPr id="27" name="Text Placeholder 5"/>
          <p:cNvSpPr>
            <a:spLocks noGrp="1"/>
          </p:cNvSpPr>
          <p:nvPr>
            <p:ph type="body" sz="quarter" idx="27" hasCustomPrompt="1"/>
          </p:nvPr>
        </p:nvSpPr>
        <p:spPr>
          <a:xfrm>
            <a:off x="13856717" y="14250177"/>
            <a:ext cx="12942336" cy="643172"/>
          </a:xfrm>
          <a:prstGeom prst="rect">
            <a:avLst/>
          </a:prstGeom>
          <a:noFill/>
        </p:spPr>
        <p:txBody>
          <a:bodyPr wrap="square" lIns="78446" tIns="78446" rIns="78446" bIns="78446" anchor="ctr" anchorCtr="0">
            <a:spAutoFit/>
          </a:bodyPr>
          <a:lstStyle>
            <a:lvl1pPr marL="0" indent="0" algn="ctr">
              <a:buNone/>
              <a:defRPr sz="3150" b="1" u="sng" baseline="0">
                <a:solidFill>
                  <a:schemeClr val="accent5">
                    <a:lumMod val="50000"/>
                  </a:schemeClr>
                </a:solidFill>
              </a:defRPr>
            </a:lvl1pPr>
          </a:lstStyle>
          <a:p>
            <a:pPr lvl="0"/>
            <a:r>
              <a:rPr lang="en-US" dirty="0" smtClean="0"/>
              <a:t>(click to edit)  REFERENCES</a:t>
            </a:r>
            <a:endParaRPr lang="en-US" dirty="0"/>
          </a:p>
        </p:txBody>
      </p:sp>
      <p:sp>
        <p:nvSpPr>
          <p:cNvPr id="28" name="Text Placeholder 3"/>
          <p:cNvSpPr>
            <a:spLocks noGrp="1"/>
          </p:cNvSpPr>
          <p:nvPr>
            <p:ph type="body" sz="quarter" idx="28" hasCustomPrompt="1"/>
          </p:nvPr>
        </p:nvSpPr>
        <p:spPr>
          <a:xfrm>
            <a:off x="13856717" y="14881760"/>
            <a:ext cx="12947298" cy="728455"/>
          </a:xfrm>
          <a:prstGeom prst="rect">
            <a:avLst/>
          </a:prstGeom>
        </p:spPr>
        <p:txBody>
          <a:bodyPr wrap="square" lIns="196113" tIns="196113" rIns="196113" bIns="196113">
            <a:spAutoFit/>
          </a:bodyPr>
          <a:lstStyle>
            <a:lvl1pPr marL="0" indent="0">
              <a:buNone/>
              <a:defRPr sz="2160">
                <a:solidFill>
                  <a:schemeClr val="accent5">
                    <a:lumMod val="50000"/>
                  </a:schemeClr>
                </a:solidFill>
                <a:latin typeface="Times New Roman" panose="02020603050405020304" pitchFamily="18" charset="0"/>
                <a:cs typeface="Times New Roman" panose="02020603050405020304" pitchFamily="18" charset="0"/>
              </a:defRPr>
            </a:lvl1pPr>
            <a:lvl2pPr marL="1147260" indent="-441254">
              <a:defRPr sz="1980">
                <a:latin typeface="Trebuchet MS" pitchFamily="34" charset="0"/>
              </a:defRPr>
            </a:lvl2pPr>
            <a:lvl3pPr marL="1588514" indent="-441254">
              <a:defRPr sz="1980">
                <a:latin typeface="Trebuchet MS" pitchFamily="34" charset="0"/>
              </a:defRPr>
            </a:lvl3pPr>
            <a:lvl4pPr marL="2073893" indent="-485379">
              <a:defRPr sz="1980">
                <a:latin typeface="Trebuchet MS" pitchFamily="34" charset="0"/>
              </a:defRPr>
            </a:lvl4pPr>
            <a:lvl5pPr marL="2426896" indent="-353003">
              <a:defRPr sz="1980">
                <a:latin typeface="Trebuchet MS" pitchFamily="34" charset="0"/>
              </a:defRPr>
            </a:lvl5pPr>
          </a:lstStyle>
          <a:p>
            <a:pPr lvl="0"/>
            <a:r>
              <a:rPr lang="en-US" dirty="0" smtClean="0"/>
              <a:t>Type in or paste your text here</a:t>
            </a:r>
            <a:endParaRPr lang="en-US" dirty="0"/>
          </a:p>
        </p:txBody>
      </p:sp>
      <p:sp>
        <p:nvSpPr>
          <p:cNvPr id="29" name="Text Placeholder 5"/>
          <p:cNvSpPr>
            <a:spLocks noGrp="1"/>
          </p:cNvSpPr>
          <p:nvPr>
            <p:ph type="body" sz="quarter" idx="29" hasCustomPrompt="1"/>
          </p:nvPr>
        </p:nvSpPr>
        <p:spPr>
          <a:xfrm>
            <a:off x="13856718" y="25657896"/>
            <a:ext cx="12935857" cy="643172"/>
          </a:xfrm>
          <a:prstGeom prst="rect">
            <a:avLst/>
          </a:prstGeom>
          <a:noFill/>
        </p:spPr>
        <p:txBody>
          <a:bodyPr wrap="square" lIns="78446" tIns="78446" rIns="78446" bIns="78446" anchor="ctr" anchorCtr="0">
            <a:spAutoFit/>
          </a:bodyPr>
          <a:lstStyle>
            <a:lvl1pPr marL="0" indent="0" algn="ctr">
              <a:buNone/>
              <a:defRPr sz="3150" b="1" u="sng" baseline="0">
                <a:solidFill>
                  <a:schemeClr val="accent5">
                    <a:lumMod val="50000"/>
                  </a:schemeClr>
                </a:solidFill>
              </a:defRPr>
            </a:lvl1pPr>
          </a:lstStyle>
          <a:p>
            <a:pPr lvl="0"/>
            <a:r>
              <a:rPr lang="en-US" dirty="0" smtClean="0"/>
              <a:t>(click to edit)  ACKNOWLEDGEMENTS or  CONTACT</a:t>
            </a:r>
            <a:endParaRPr lang="en-US" dirty="0"/>
          </a:p>
        </p:txBody>
      </p:sp>
      <p:sp>
        <p:nvSpPr>
          <p:cNvPr id="30" name="Text Placeholder 3"/>
          <p:cNvSpPr>
            <a:spLocks noGrp="1"/>
          </p:cNvSpPr>
          <p:nvPr>
            <p:ph type="body" sz="quarter" idx="30" hasCustomPrompt="1"/>
          </p:nvPr>
        </p:nvSpPr>
        <p:spPr>
          <a:xfrm>
            <a:off x="13856717" y="26304861"/>
            <a:ext cx="12942336" cy="728455"/>
          </a:xfrm>
          <a:prstGeom prst="rect">
            <a:avLst/>
          </a:prstGeom>
        </p:spPr>
        <p:txBody>
          <a:bodyPr wrap="square" lIns="196113" tIns="196113" rIns="196113" bIns="196113">
            <a:spAutoFit/>
          </a:bodyPr>
          <a:lstStyle>
            <a:lvl1pPr marL="0" indent="0">
              <a:buNone/>
              <a:defRPr sz="2160">
                <a:solidFill>
                  <a:schemeClr val="accent5">
                    <a:lumMod val="50000"/>
                  </a:schemeClr>
                </a:solidFill>
                <a:latin typeface="Times New Roman" panose="02020603050405020304" pitchFamily="18" charset="0"/>
                <a:cs typeface="Times New Roman" panose="02020603050405020304" pitchFamily="18" charset="0"/>
              </a:defRPr>
            </a:lvl1pPr>
            <a:lvl2pPr marL="1147260" indent="-441254">
              <a:defRPr sz="1980">
                <a:latin typeface="Trebuchet MS" pitchFamily="34" charset="0"/>
              </a:defRPr>
            </a:lvl2pPr>
            <a:lvl3pPr marL="1588514" indent="-441254">
              <a:defRPr sz="1980">
                <a:latin typeface="Trebuchet MS" pitchFamily="34" charset="0"/>
              </a:defRPr>
            </a:lvl3pPr>
            <a:lvl4pPr marL="2073893" indent="-485379">
              <a:defRPr sz="1980">
                <a:latin typeface="Trebuchet MS" pitchFamily="34" charset="0"/>
              </a:defRPr>
            </a:lvl4pPr>
            <a:lvl5pPr marL="2426896" indent="-353003">
              <a:defRPr sz="1980">
                <a:latin typeface="Trebuchet MS" pitchFamily="34" charset="0"/>
              </a:defRPr>
            </a:lvl5pPr>
          </a:lstStyle>
          <a:p>
            <a:pPr lvl="0"/>
            <a:r>
              <a:rPr lang="en-US" dirty="0" smtClean="0"/>
              <a:t>Type in or paste your text here</a:t>
            </a:r>
            <a:endParaRPr lang="en-US" dirty="0"/>
          </a:p>
        </p:txBody>
      </p:sp>
      <p:sp>
        <p:nvSpPr>
          <p:cNvPr id="60" name="Text Placeholder 3"/>
          <p:cNvSpPr>
            <a:spLocks noGrp="1"/>
          </p:cNvSpPr>
          <p:nvPr>
            <p:ph type="body" sz="quarter" idx="96" hasCustomPrompt="1"/>
          </p:nvPr>
        </p:nvSpPr>
        <p:spPr>
          <a:xfrm>
            <a:off x="565119" y="14865828"/>
            <a:ext cx="12957406" cy="728455"/>
          </a:xfrm>
          <a:prstGeom prst="rect">
            <a:avLst/>
          </a:prstGeom>
        </p:spPr>
        <p:txBody>
          <a:bodyPr wrap="square" lIns="196113" tIns="196113" rIns="196113" bIns="196113">
            <a:spAutoFit/>
          </a:bodyPr>
          <a:lstStyle>
            <a:lvl1pPr marL="0" indent="0">
              <a:buNone/>
              <a:defRPr sz="2160">
                <a:solidFill>
                  <a:schemeClr val="accent5">
                    <a:lumMod val="50000"/>
                  </a:schemeClr>
                </a:solidFill>
                <a:latin typeface="Times New Roman" panose="02020603050405020304" pitchFamily="18" charset="0"/>
                <a:cs typeface="Times New Roman" panose="02020603050405020304" pitchFamily="18" charset="0"/>
              </a:defRPr>
            </a:lvl1pPr>
            <a:lvl2pPr marL="1147260" indent="-441254">
              <a:defRPr sz="1980">
                <a:latin typeface="Trebuchet MS" pitchFamily="34" charset="0"/>
              </a:defRPr>
            </a:lvl2pPr>
            <a:lvl3pPr marL="1588514" indent="-441254">
              <a:defRPr sz="1980">
                <a:latin typeface="Trebuchet MS" pitchFamily="34" charset="0"/>
              </a:defRPr>
            </a:lvl3pPr>
            <a:lvl4pPr marL="2073893" indent="-485379">
              <a:defRPr sz="1980">
                <a:latin typeface="Trebuchet MS" pitchFamily="34" charset="0"/>
              </a:defRPr>
            </a:lvl4pPr>
            <a:lvl5pPr marL="2426896" indent="-353003">
              <a:defRPr sz="1980">
                <a:latin typeface="Trebuchet MS" pitchFamily="34" charset="0"/>
              </a:defRPr>
            </a:lvl5pPr>
          </a:lstStyle>
          <a:p>
            <a:pPr lvl="0"/>
            <a:r>
              <a:rPr lang="en-US" dirty="0" smtClean="0"/>
              <a:t>Type in or paste your text here</a:t>
            </a:r>
            <a:endParaRPr lang="en-US" dirty="0"/>
          </a:p>
        </p:txBody>
      </p:sp>
      <p:sp>
        <p:nvSpPr>
          <p:cNvPr id="76" name="Text Placeholder 76"/>
          <p:cNvSpPr>
            <a:spLocks noGrp="1"/>
          </p:cNvSpPr>
          <p:nvPr>
            <p:ph type="body" sz="quarter" idx="150" hasCustomPrompt="1"/>
          </p:nvPr>
        </p:nvSpPr>
        <p:spPr>
          <a:xfrm>
            <a:off x="3505967" y="3198933"/>
            <a:ext cx="20420066" cy="1170587"/>
          </a:xfrm>
          <a:prstGeom prst="rect">
            <a:avLst/>
          </a:prstGeom>
        </p:spPr>
        <p:txBody>
          <a:bodyPr lIns="95646" tIns="47823" rIns="95646" bIns="47823">
            <a:normAutofit/>
          </a:bodyPr>
          <a:lstStyle>
            <a:lvl1pPr marL="0" indent="0" algn="ctr">
              <a:buFontTx/>
              <a:buNone/>
              <a:defRPr sz="5670">
                <a:solidFill>
                  <a:schemeClr val="bg1"/>
                </a:solidFill>
                <a:latin typeface="+mj-lt"/>
              </a:defRPr>
            </a:lvl1pPr>
            <a:lvl2pPr>
              <a:buFontTx/>
              <a:buNone/>
              <a:defRPr sz="6750"/>
            </a:lvl2pPr>
            <a:lvl3pPr>
              <a:buFontTx/>
              <a:buNone/>
              <a:defRPr sz="6750"/>
            </a:lvl3pPr>
            <a:lvl4pPr>
              <a:buFontTx/>
              <a:buNone/>
              <a:defRPr sz="6750"/>
            </a:lvl4pPr>
            <a:lvl5pPr>
              <a:buFontTx/>
              <a:buNone/>
              <a:defRPr sz="6750"/>
            </a:lvl5pPr>
          </a:lstStyle>
          <a:p>
            <a:pPr lvl="0"/>
            <a:r>
              <a:rPr lang="en-US" dirty="0" smtClean="0"/>
              <a:t>Click here to add affiliations</a:t>
            </a:r>
            <a:endParaRPr lang="en-US" dirty="0"/>
          </a:p>
        </p:txBody>
      </p:sp>
      <p:sp>
        <p:nvSpPr>
          <p:cNvPr id="79" name="Text Placeholder 76"/>
          <p:cNvSpPr>
            <a:spLocks noGrp="1"/>
          </p:cNvSpPr>
          <p:nvPr>
            <p:ph type="body" sz="quarter" idx="151" hasCustomPrompt="1"/>
          </p:nvPr>
        </p:nvSpPr>
        <p:spPr>
          <a:xfrm>
            <a:off x="3505967" y="2028346"/>
            <a:ext cx="20420066" cy="1170587"/>
          </a:xfrm>
          <a:prstGeom prst="rect">
            <a:avLst/>
          </a:prstGeom>
        </p:spPr>
        <p:txBody>
          <a:bodyPr lIns="95646" tIns="47823" rIns="95646" bIns="47823" anchor="t" anchorCtr="1">
            <a:normAutofit/>
          </a:bodyPr>
          <a:lstStyle>
            <a:lvl1pPr marL="0" indent="0" algn="ctr">
              <a:buFontTx/>
              <a:buNone/>
              <a:defRPr sz="8280">
                <a:solidFill>
                  <a:schemeClr val="bg1"/>
                </a:solidFill>
                <a:latin typeface="+mj-lt"/>
              </a:defRPr>
            </a:lvl1pPr>
            <a:lvl2pPr>
              <a:buFontTx/>
              <a:buNone/>
              <a:defRPr sz="6750"/>
            </a:lvl2pPr>
            <a:lvl3pPr>
              <a:buFontTx/>
              <a:buNone/>
              <a:defRPr sz="6750"/>
            </a:lvl3pPr>
            <a:lvl4pPr>
              <a:buFontTx/>
              <a:buNone/>
              <a:defRPr sz="6750"/>
            </a:lvl4pPr>
            <a:lvl5pPr>
              <a:buFontTx/>
              <a:buNone/>
              <a:defRPr sz="6750"/>
            </a:lvl5pPr>
          </a:lstStyle>
          <a:p>
            <a:pPr lvl="0"/>
            <a:r>
              <a:rPr lang="en-US" dirty="0" smtClean="0"/>
              <a:t>Click here to add authors</a:t>
            </a:r>
            <a:endParaRPr lang="en-US" dirty="0"/>
          </a:p>
        </p:txBody>
      </p:sp>
      <p:sp>
        <p:nvSpPr>
          <p:cNvPr id="80" name="Text Placeholder 76"/>
          <p:cNvSpPr>
            <a:spLocks noGrp="1"/>
          </p:cNvSpPr>
          <p:nvPr>
            <p:ph type="body" sz="quarter" idx="153" hasCustomPrompt="1"/>
          </p:nvPr>
        </p:nvSpPr>
        <p:spPr>
          <a:xfrm>
            <a:off x="3505967" y="530572"/>
            <a:ext cx="20420066" cy="1497774"/>
          </a:xfrm>
          <a:prstGeom prst="rect">
            <a:avLst/>
          </a:prstGeom>
        </p:spPr>
        <p:txBody>
          <a:bodyPr lIns="95646" tIns="47823" rIns="95646" bIns="47823" anchor="t" anchorCtr="1">
            <a:normAutofit/>
          </a:bodyPr>
          <a:lstStyle>
            <a:lvl1pPr marL="0" indent="0" algn="ctr">
              <a:buFontTx/>
              <a:buNone/>
              <a:defRPr sz="10800" b="1">
                <a:solidFill>
                  <a:schemeClr val="bg1"/>
                </a:solidFill>
                <a:latin typeface="+mj-lt"/>
              </a:defRPr>
            </a:lvl1pPr>
            <a:lvl2pPr>
              <a:buFontTx/>
              <a:buNone/>
              <a:defRPr sz="6750"/>
            </a:lvl2pPr>
            <a:lvl3pPr>
              <a:buFontTx/>
              <a:buNone/>
              <a:defRPr sz="6750"/>
            </a:lvl3pPr>
            <a:lvl4pPr>
              <a:buFontTx/>
              <a:buNone/>
              <a:defRPr sz="6750"/>
            </a:lvl4pPr>
            <a:lvl5pPr>
              <a:buFontTx/>
              <a:buNone/>
              <a:defRPr sz="6750"/>
            </a:lvl5pPr>
          </a:lstStyle>
          <a:p>
            <a:pPr lvl="0"/>
            <a:r>
              <a:rPr lang="en-US" dirty="0" smtClean="0"/>
              <a:t>Click here to add title</a:t>
            </a:r>
            <a:endParaRPr lang="en-US" dirty="0"/>
          </a:p>
        </p:txBody>
      </p:sp>
    </p:spTree>
  </p:cSld>
  <p:clrMapOvr>
    <a:masterClrMapping/>
  </p:clrMapOvr>
  <p:timing>
    <p:tnLst>
      <p:par>
        <p:cTn id="1" dur="indefinite" restart="never" nodeType="tmRoot"/>
      </p:par>
    </p:tnLst>
  </p:timing>
</p:sldLayout>
</file>

<file path=ppt/slideLayouts/slideLayout2.xml><?xml version="1.0" encoding="utf-8"?>
<p:sldLayout xmlns:a="http://schemas.openxmlformats.org/drawingml/2006/main" xmlns:r="http://schemas.openxmlformats.org/officeDocument/2006/relationships" xmlns:p="http://schemas.openxmlformats.org/presentationml/2006/main" preserve="1" userDrawn="1">
  <p:cSld name="Wide center column">
    <p:spTree>
      <p:nvGrpSpPr>
        <p:cNvPr id="1" name=""/>
        <p:cNvGrpSpPr/>
        <p:nvPr/>
      </p:nvGrpSpPr>
      <p:grpSpPr>
        <a:xfrm>
          <a:off x="0" y="0"/>
          <a:ext cx="0" cy="0"/>
          <a:chOff x="0" y="0"/>
          <a:chExt cx="0" cy="0"/>
        </a:xfrm>
      </p:grpSpPr>
      <p:sp>
        <p:nvSpPr>
          <p:cNvPr id="4" name="Text Placeholder 3"/>
          <p:cNvSpPr>
            <a:spLocks noGrp="1"/>
          </p:cNvSpPr>
          <p:nvPr>
            <p:ph type="body" sz="quarter" idx="10" hasCustomPrompt="1"/>
          </p:nvPr>
        </p:nvSpPr>
        <p:spPr>
          <a:xfrm>
            <a:off x="565119" y="5951495"/>
            <a:ext cx="6285508" cy="728455"/>
          </a:xfrm>
          <a:prstGeom prst="rect">
            <a:avLst/>
          </a:prstGeom>
        </p:spPr>
        <p:txBody>
          <a:bodyPr wrap="square" lIns="196113" tIns="196113" rIns="196113" bIns="196113">
            <a:spAutoFit/>
          </a:bodyPr>
          <a:lstStyle>
            <a:lvl1pPr marL="0" indent="0">
              <a:buNone/>
              <a:defRPr sz="2160">
                <a:solidFill>
                  <a:schemeClr val="accent5">
                    <a:lumMod val="50000"/>
                  </a:schemeClr>
                </a:solidFill>
                <a:latin typeface="Times New Roman" panose="02020603050405020304" pitchFamily="18" charset="0"/>
                <a:cs typeface="Times New Roman" panose="02020603050405020304" pitchFamily="18" charset="0"/>
              </a:defRPr>
            </a:lvl1pPr>
            <a:lvl2pPr marL="1147260" indent="-441254">
              <a:defRPr sz="1980">
                <a:latin typeface="Trebuchet MS" pitchFamily="34" charset="0"/>
              </a:defRPr>
            </a:lvl2pPr>
            <a:lvl3pPr marL="1588514" indent="-441254">
              <a:defRPr sz="1980">
                <a:latin typeface="Trebuchet MS" pitchFamily="34" charset="0"/>
              </a:defRPr>
            </a:lvl3pPr>
            <a:lvl4pPr marL="2073893" indent="-485379">
              <a:defRPr sz="1980">
                <a:latin typeface="Trebuchet MS" pitchFamily="34" charset="0"/>
              </a:defRPr>
            </a:lvl4pPr>
            <a:lvl5pPr marL="2426896" indent="-353003">
              <a:defRPr sz="1980">
                <a:latin typeface="Trebuchet MS" pitchFamily="34" charset="0"/>
              </a:defRPr>
            </a:lvl5pPr>
          </a:lstStyle>
          <a:p>
            <a:pPr lvl="0"/>
            <a:r>
              <a:rPr lang="en-US" dirty="0" smtClean="0"/>
              <a:t>Enter your text here</a:t>
            </a:r>
            <a:endParaRPr lang="en-US" dirty="0"/>
          </a:p>
        </p:txBody>
      </p:sp>
      <p:sp>
        <p:nvSpPr>
          <p:cNvPr id="6" name="Text Placeholder 5"/>
          <p:cNvSpPr>
            <a:spLocks noGrp="1"/>
          </p:cNvSpPr>
          <p:nvPr>
            <p:ph type="body" sz="quarter" idx="11" hasCustomPrompt="1"/>
          </p:nvPr>
        </p:nvSpPr>
        <p:spPr>
          <a:xfrm>
            <a:off x="576465" y="5245583"/>
            <a:ext cx="6280548" cy="643172"/>
          </a:xfrm>
          <a:prstGeom prst="rect">
            <a:avLst/>
          </a:prstGeom>
          <a:noFill/>
        </p:spPr>
        <p:txBody>
          <a:bodyPr lIns="78446" tIns="78446" rIns="78446" bIns="78446" anchor="ctr" anchorCtr="0">
            <a:spAutoFit/>
          </a:bodyPr>
          <a:lstStyle>
            <a:lvl1pPr marL="0" indent="0" algn="ctr">
              <a:buNone/>
              <a:defRPr sz="3150" b="1" u="sng" baseline="0">
                <a:solidFill>
                  <a:schemeClr val="accent5">
                    <a:lumMod val="50000"/>
                  </a:schemeClr>
                </a:solidFill>
              </a:defRPr>
            </a:lvl1pPr>
          </a:lstStyle>
          <a:p>
            <a:pPr lvl="0"/>
            <a:r>
              <a:rPr lang="en-US" dirty="0" smtClean="0"/>
              <a:t>(click to add) INTRODUCTION</a:t>
            </a:r>
            <a:endParaRPr lang="en-US" dirty="0"/>
          </a:p>
        </p:txBody>
      </p:sp>
      <p:sp>
        <p:nvSpPr>
          <p:cNvPr id="19" name="Text Placeholder 3"/>
          <p:cNvSpPr>
            <a:spLocks noGrp="1"/>
          </p:cNvSpPr>
          <p:nvPr>
            <p:ph type="body" sz="quarter" idx="19" hasCustomPrompt="1"/>
          </p:nvPr>
        </p:nvSpPr>
        <p:spPr>
          <a:xfrm>
            <a:off x="564124" y="14790485"/>
            <a:ext cx="6286500" cy="728455"/>
          </a:xfrm>
          <a:prstGeom prst="rect">
            <a:avLst/>
          </a:prstGeom>
        </p:spPr>
        <p:txBody>
          <a:bodyPr wrap="square" lIns="196113" tIns="196113" rIns="196113" bIns="196113">
            <a:spAutoFit/>
          </a:bodyPr>
          <a:lstStyle>
            <a:lvl1pPr marL="0" indent="0">
              <a:buNone/>
              <a:defRPr sz="2160">
                <a:solidFill>
                  <a:schemeClr val="accent5">
                    <a:lumMod val="50000"/>
                  </a:schemeClr>
                </a:solidFill>
                <a:latin typeface="Times New Roman" panose="02020603050405020304" pitchFamily="18" charset="0"/>
                <a:cs typeface="Times New Roman" panose="02020603050405020304" pitchFamily="18" charset="0"/>
              </a:defRPr>
            </a:lvl1pPr>
            <a:lvl2pPr marL="1147260" indent="-441254">
              <a:defRPr sz="1980">
                <a:latin typeface="Trebuchet MS" pitchFamily="34" charset="0"/>
              </a:defRPr>
            </a:lvl2pPr>
            <a:lvl3pPr marL="1588514" indent="-441254">
              <a:defRPr sz="1980">
                <a:latin typeface="Trebuchet MS" pitchFamily="34" charset="0"/>
              </a:defRPr>
            </a:lvl3pPr>
            <a:lvl4pPr marL="2073893" indent="-485379">
              <a:defRPr sz="1980">
                <a:latin typeface="Trebuchet MS" pitchFamily="34" charset="0"/>
              </a:defRPr>
            </a:lvl4pPr>
            <a:lvl5pPr marL="2426896" indent="-353003">
              <a:defRPr sz="1980">
                <a:latin typeface="Trebuchet MS" pitchFamily="34" charset="0"/>
              </a:defRPr>
            </a:lvl5pPr>
          </a:lstStyle>
          <a:p>
            <a:pPr lvl="0"/>
            <a:r>
              <a:rPr lang="en-US" dirty="0" smtClean="0"/>
              <a:t>Enter your text here</a:t>
            </a:r>
            <a:endParaRPr lang="en-US" dirty="0"/>
          </a:p>
        </p:txBody>
      </p:sp>
      <p:sp>
        <p:nvSpPr>
          <p:cNvPr id="20" name="Text Placeholder 5"/>
          <p:cNvSpPr>
            <a:spLocks noGrp="1"/>
          </p:cNvSpPr>
          <p:nvPr>
            <p:ph type="body" sz="quarter" idx="20" hasCustomPrompt="1"/>
          </p:nvPr>
        </p:nvSpPr>
        <p:spPr>
          <a:xfrm>
            <a:off x="576463" y="14191008"/>
            <a:ext cx="6281538" cy="643172"/>
          </a:xfrm>
          <a:prstGeom prst="rect">
            <a:avLst/>
          </a:prstGeom>
          <a:noFill/>
        </p:spPr>
        <p:txBody>
          <a:bodyPr wrap="square" lIns="78446" tIns="78446" rIns="78446" bIns="78446" anchor="ctr" anchorCtr="0">
            <a:spAutoFit/>
          </a:bodyPr>
          <a:lstStyle>
            <a:lvl1pPr marL="0" indent="0" algn="ctr">
              <a:buNone/>
              <a:defRPr sz="3150" b="1" u="sng" baseline="0">
                <a:solidFill>
                  <a:schemeClr val="accent5">
                    <a:lumMod val="50000"/>
                  </a:schemeClr>
                </a:solidFill>
              </a:defRPr>
            </a:lvl1pPr>
          </a:lstStyle>
          <a:p>
            <a:pPr lvl="0"/>
            <a:r>
              <a:rPr lang="en-US" dirty="0" smtClean="0"/>
              <a:t>(click to add)  OBJECTIVES</a:t>
            </a:r>
            <a:endParaRPr lang="en-US" dirty="0"/>
          </a:p>
        </p:txBody>
      </p:sp>
      <p:sp>
        <p:nvSpPr>
          <p:cNvPr id="21" name="Text Placeholder 3"/>
          <p:cNvSpPr>
            <a:spLocks noGrp="1"/>
          </p:cNvSpPr>
          <p:nvPr>
            <p:ph type="body" sz="quarter" idx="21" hasCustomPrompt="1"/>
          </p:nvPr>
        </p:nvSpPr>
        <p:spPr>
          <a:xfrm>
            <a:off x="7241977" y="5951495"/>
            <a:ext cx="12950030" cy="728455"/>
          </a:xfrm>
          <a:prstGeom prst="rect">
            <a:avLst/>
          </a:prstGeom>
        </p:spPr>
        <p:txBody>
          <a:bodyPr wrap="square" lIns="196113" tIns="196113" rIns="196113" bIns="196113">
            <a:spAutoFit/>
          </a:bodyPr>
          <a:lstStyle>
            <a:lvl1pPr marL="0" indent="0">
              <a:buNone/>
              <a:defRPr sz="2160">
                <a:solidFill>
                  <a:schemeClr val="accent5">
                    <a:lumMod val="50000"/>
                  </a:schemeClr>
                </a:solidFill>
                <a:latin typeface="Times New Roman" panose="02020603050405020304" pitchFamily="18" charset="0"/>
                <a:cs typeface="Times New Roman" panose="02020603050405020304" pitchFamily="18" charset="0"/>
              </a:defRPr>
            </a:lvl1pPr>
            <a:lvl2pPr marL="1147260" indent="-441254">
              <a:defRPr sz="1980">
                <a:latin typeface="Trebuchet MS" pitchFamily="34" charset="0"/>
              </a:defRPr>
            </a:lvl2pPr>
            <a:lvl3pPr marL="1588514" indent="-441254">
              <a:defRPr sz="1980">
                <a:latin typeface="Trebuchet MS" pitchFamily="34" charset="0"/>
              </a:defRPr>
            </a:lvl3pPr>
            <a:lvl4pPr marL="2073893" indent="-485379">
              <a:defRPr sz="1980">
                <a:latin typeface="Trebuchet MS" pitchFamily="34" charset="0"/>
              </a:defRPr>
            </a:lvl4pPr>
            <a:lvl5pPr marL="2426896" indent="-353003">
              <a:defRPr sz="1980">
                <a:latin typeface="Trebuchet MS" pitchFamily="34" charset="0"/>
              </a:defRPr>
            </a:lvl5pPr>
          </a:lstStyle>
          <a:p>
            <a:pPr lvl="0"/>
            <a:r>
              <a:rPr lang="en-US" dirty="0" smtClean="0"/>
              <a:t>Enter your text here</a:t>
            </a:r>
            <a:endParaRPr lang="en-US" dirty="0"/>
          </a:p>
        </p:txBody>
      </p:sp>
      <p:sp>
        <p:nvSpPr>
          <p:cNvPr id="22" name="Text Placeholder 5"/>
          <p:cNvSpPr>
            <a:spLocks noGrp="1"/>
          </p:cNvSpPr>
          <p:nvPr>
            <p:ph type="body" sz="quarter" idx="22" hasCustomPrompt="1"/>
          </p:nvPr>
        </p:nvSpPr>
        <p:spPr>
          <a:xfrm>
            <a:off x="7241979" y="5244234"/>
            <a:ext cx="12950031" cy="643172"/>
          </a:xfrm>
          <a:prstGeom prst="rect">
            <a:avLst/>
          </a:prstGeom>
          <a:noFill/>
        </p:spPr>
        <p:txBody>
          <a:bodyPr wrap="square" lIns="78446" tIns="78446" rIns="78446" bIns="78446" anchor="ctr" anchorCtr="0">
            <a:spAutoFit/>
          </a:bodyPr>
          <a:lstStyle>
            <a:lvl1pPr marL="0" indent="0" algn="ctr">
              <a:buNone/>
              <a:defRPr sz="3150" b="1" u="sng" baseline="0">
                <a:solidFill>
                  <a:schemeClr val="accent5">
                    <a:lumMod val="50000"/>
                  </a:schemeClr>
                </a:solidFill>
              </a:defRPr>
            </a:lvl1pPr>
          </a:lstStyle>
          <a:p>
            <a:pPr lvl="0"/>
            <a:r>
              <a:rPr lang="en-US" dirty="0" smtClean="0"/>
              <a:t>(header)  MATERIALS &amp; METHODS</a:t>
            </a:r>
            <a:endParaRPr lang="en-US" dirty="0"/>
          </a:p>
        </p:txBody>
      </p:sp>
      <p:sp>
        <p:nvSpPr>
          <p:cNvPr id="23" name="Text Placeholder 3"/>
          <p:cNvSpPr>
            <a:spLocks noGrp="1"/>
          </p:cNvSpPr>
          <p:nvPr>
            <p:ph type="body" sz="quarter" idx="23" hasCustomPrompt="1"/>
          </p:nvPr>
        </p:nvSpPr>
        <p:spPr>
          <a:xfrm>
            <a:off x="7241979" y="21684824"/>
            <a:ext cx="12950031" cy="728455"/>
          </a:xfrm>
          <a:prstGeom prst="rect">
            <a:avLst/>
          </a:prstGeom>
        </p:spPr>
        <p:txBody>
          <a:bodyPr wrap="square" lIns="196113" tIns="196113" rIns="196113" bIns="196113">
            <a:spAutoFit/>
          </a:bodyPr>
          <a:lstStyle>
            <a:lvl1pPr marL="0" indent="0">
              <a:buNone/>
              <a:defRPr sz="2160">
                <a:solidFill>
                  <a:schemeClr val="accent5">
                    <a:lumMod val="50000"/>
                  </a:schemeClr>
                </a:solidFill>
                <a:latin typeface="Times New Roman" panose="02020603050405020304" pitchFamily="18" charset="0"/>
                <a:cs typeface="Times New Roman" panose="02020603050405020304" pitchFamily="18" charset="0"/>
              </a:defRPr>
            </a:lvl1pPr>
            <a:lvl2pPr marL="1147260" indent="-441254">
              <a:defRPr sz="1980">
                <a:latin typeface="Trebuchet MS" pitchFamily="34" charset="0"/>
              </a:defRPr>
            </a:lvl2pPr>
            <a:lvl3pPr marL="1588514" indent="-441254">
              <a:defRPr sz="1980">
                <a:latin typeface="Trebuchet MS" pitchFamily="34" charset="0"/>
              </a:defRPr>
            </a:lvl3pPr>
            <a:lvl4pPr marL="2073893" indent="-485379">
              <a:defRPr sz="1980">
                <a:latin typeface="Trebuchet MS" pitchFamily="34" charset="0"/>
              </a:defRPr>
            </a:lvl4pPr>
            <a:lvl5pPr marL="2426896" indent="-353003">
              <a:defRPr sz="1980">
                <a:latin typeface="Trebuchet MS" pitchFamily="34" charset="0"/>
              </a:defRPr>
            </a:lvl5pPr>
          </a:lstStyle>
          <a:p>
            <a:pPr lvl="0"/>
            <a:r>
              <a:rPr lang="en-US" dirty="0" smtClean="0"/>
              <a:t>Enter your text here</a:t>
            </a:r>
            <a:endParaRPr lang="en-US" dirty="0"/>
          </a:p>
        </p:txBody>
      </p:sp>
      <p:sp>
        <p:nvSpPr>
          <p:cNvPr id="24" name="Text Placeholder 5"/>
          <p:cNvSpPr>
            <a:spLocks noGrp="1"/>
          </p:cNvSpPr>
          <p:nvPr>
            <p:ph type="body" sz="quarter" idx="24" hasCustomPrompt="1"/>
          </p:nvPr>
        </p:nvSpPr>
        <p:spPr>
          <a:xfrm>
            <a:off x="7241979" y="21053241"/>
            <a:ext cx="12950031" cy="643172"/>
          </a:xfrm>
          <a:prstGeom prst="rect">
            <a:avLst/>
          </a:prstGeom>
          <a:noFill/>
        </p:spPr>
        <p:txBody>
          <a:bodyPr wrap="square" lIns="78446" tIns="78446" rIns="78446" bIns="78446" anchor="ctr" anchorCtr="0">
            <a:spAutoFit/>
          </a:bodyPr>
          <a:lstStyle>
            <a:lvl1pPr marL="0" indent="0" algn="ctr">
              <a:buNone/>
              <a:defRPr sz="3150" b="1" u="sng" baseline="0">
                <a:solidFill>
                  <a:schemeClr val="accent5">
                    <a:lumMod val="50000"/>
                  </a:schemeClr>
                </a:solidFill>
              </a:defRPr>
            </a:lvl1pPr>
          </a:lstStyle>
          <a:p>
            <a:pPr lvl="0"/>
            <a:r>
              <a:rPr lang="en-US" dirty="0" smtClean="0"/>
              <a:t>(click to add)  RESULTS</a:t>
            </a:r>
            <a:endParaRPr lang="en-US" dirty="0"/>
          </a:p>
        </p:txBody>
      </p:sp>
      <p:sp>
        <p:nvSpPr>
          <p:cNvPr id="25" name="Text Placeholder 5"/>
          <p:cNvSpPr>
            <a:spLocks noGrp="1"/>
          </p:cNvSpPr>
          <p:nvPr>
            <p:ph type="body" sz="quarter" idx="25" hasCustomPrompt="1"/>
          </p:nvPr>
        </p:nvSpPr>
        <p:spPr>
          <a:xfrm>
            <a:off x="20571964" y="5244234"/>
            <a:ext cx="6279386" cy="643172"/>
          </a:xfrm>
          <a:prstGeom prst="rect">
            <a:avLst/>
          </a:prstGeom>
          <a:noFill/>
        </p:spPr>
        <p:txBody>
          <a:bodyPr wrap="square" lIns="78446" tIns="78446" rIns="78446" bIns="78446" anchor="ctr" anchorCtr="0">
            <a:spAutoFit/>
          </a:bodyPr>
          <a:lstStyle>
            <a:lvl1pPr marL="0" indent="0" algn="ctr">
              <a:buNone/>
              <a:defRPr sz="3150" b="1" u="sng" baseline="0">
                <a:solidFill>
                  <a:schemeClr val="accent5">
                    <a:lumMod val="50000"/>
                  </a:schemeClr>
                </a:solidFill>
              </a:defRPr>
            </a:lvl1pPr>
          </a:lstStyle>
          <a:p>
            <a:pPr lvl="0"/>
            <a:r>
              <a:rPr lang="en-US" dirty="0" smtClean="0"/>
              <a:t>(click to add) CONCLUSIONS</a:t>
            </a:r>
            <a:endParaRPr lang="en-US" dirty="0"/>
          </a:p>
        </p:txBody>
      </p:sp>
      <p:sp>
        <p:nvSpPr>
          <p:cNvPr id="26" name="Text Placeholder 3"/>
          <p:cNvSpPr>
            <a:spLocks noGrp="1"/>
          </p:cNvSpPr>
          <p:nvPr>
            <p:ph type="body" sz="quarter" idx="26" hasCustomPrompt="1"/>
          </p:nvPr>
        </p:nvSpPr>
        <p:spPr>
          <a:xfrm>
            <a:off x="20571964" y="5951495"/>
            <a:ext cx="6279386" cy="728455"/>
          </a:xfrm>
          <a:prstGeom prst="rect">
            <a:avLst/>
          </a:prstGeom>
        </p:spPr>
        <p:txBody>
          <a:bodyPr wrap="square" lIns="196113" tIns="196113" rIns="196113" bIns="196113">
            <a:spAutoFit/>
          </a:bodyPr>
          <a:lstStyle>
            <a:lvl1pPr marL="0" indent="0">
              <a:buNone/>
              <a:defRPr sz="2160">
                <a:solidFill>
                  <a:schemeClr val="accent5">
                    <a:lumMod val="50000"/>
                  </a:schemeClr>
                </a:solidFill>
                <a:latin typeface="Times New Roman" panose="02020603050405020304" pitchFamily="18" charset="0"/>
                <a:cs typeface="Times New Roman" panose="02020603050405020304" pitchFamily="18" charset="0"/>
              </a:defRPr>
            </a:lvl1pPr>
            <a:lvl2pPr marL="1147260" indent="-441254">
              <a:defRPr sz="1980">
                <a:latin typeface="Trebuchet MS" pitchFamily="34" charset="0"/>
              </a:defRPr>
            </a:lvl2pPr>
            <a:lvl3pPr marL="1588514" indent="-441254">
              <a:defRPr sz="1980">
                <a:latin typeface="Trebuchet MS" pitchFamily="34" charset="0"/>
              </a:defRPr>
            </a:lvl3pPr>
            <a:lvl4pPr marL="2073893" indent="-485379">
              <a:defRPr sz="1980">
                <a:latin typeface="Trebuchet MS" pitchFamily="34" charset="0"/>
              </a:defRPr>
            </a:lvl4pPr>
            <a:lvl5pPr marL="2426896" indent="-353003">
              <a:defRPr sz="1980">
                <a:latin typeface="Trebuchet MS" pitchFamily="34" charset="0"/>
              </a:defRPr>
            </a:lvl5pPr>
          </a:lstStyle>
          <a:p>
            <a:pPr lvl="0"/>
            <a:r>
              <a:rPr lang="en-US" dirty="0" smtClean="0"/>
              <a:t>Enter your text here</a:t>
            </a:r>
            <a:endParaRPr lang="en-US" dirty="0"/>
          </a:p>
        </p:txBody>
      </p:sp>
      <p:sp>
        <p:nvSpPr>
          <p:cNvPr id="27" name="Text Placeholder 5"/>
          <p:cNvSpPr>
            <a:spLocks noGrp="1"/>
          </p:cNvSpPr>
          <p:nvPr>
            <p:ph type="body" sz="quarter" idx="27" hasCustomPrompt="1"/>
          </p:nvPr>
        </p:nvSpPr>
        <p:spPr>
          <a:xfrm>
            <a:off x="20571964" y="14251233"/>
            <a:ext cx="6279386" cy="643172"/>
          </a:xfrm>
          <a:prstGeom prst="rect">
            <a:avLst/>
          </a:prstGeom>
          <a:noFill/>
        </p:spPr>
        <p:txBody>
          <a:bodyPr wrap="square" lIns="78446" tIns="78446" rIns="78446" bIns="78446" anchor="ctr" anchorCtr="0">
            <a:spAutoFit/>
          </a:bodyPr>
          <a:lstStyle>
            <a:lvl1pPr marL="0" indent="0" algn="ctr">
              <a:buNone/>
              <a:defRPr sz="3150" b="1" u="sng" baseline="0">
                <a:solidFill>
                  <a:schemeClr val="accent5">
                    <a:lumMod val="50000"/>
                  </a:schemeClr>
                </a:solidFill>
              </a:defRPr>
            </a:lvl1pPr>
          </a:lstStyle>
          <a:p>
            <a:pPr lvl="0"/>
            <a:r>
              <a:rPr lang="en-US" dirty="0" smtClean="0"/>
              <a:t>(click to add) REFERENCES</a:t>
            </a:r>
            <a:endParaRPr lang="en-US" dirty="0"/>
          </a:p>
        </p:txBody>
      </p:sp>
      <p:sp>
        <p:nvSpPr>
          <p:cNvPr id="28" name="Text Placeholder 3"/>
          <p:cNvSpPr>
            <a:spLocks noGrp="1"/>
          </p:cNvSpPr>
          <p:nvPr>
            <p:ph type="body" sz="quarter" idx="28" hasCustomPrompt="1"/>
          </p:nvPr>
        </p:nvSpPr>
        <p:spPr>
          <a:xfrm>
            <a:off x="20594754" y="14882817"/>
            <a:ext cx="6233811" cy="728455"/>
          </a:xfrm>
          <a:prstGeom prst="rect">
            <a:avLst/>
          </a:prstGeom>
        </p:spPr>
        <p:txBody>
          <a:bodyPr wrap="square" lIns="196113" tIns="196113" rIns="196113" bIns="196113">
            <a:spAutoFit/>
          </a:bodyPr>
          <a:lstStyle>
            <a:lvl1pPr marL="0" indent="0">
              <a:buNone/>
              <a:defRPr sz="2160">
                <a:solidFill>
                  <a:schemeClr val="accent5">
                    <a:lumMod val="50000"/>
                  </a:schemeClr>
                </a:solidFill>
                <a:latin typeface="Times New Roman" panose="02020603050405020304" pitchFamily="18" charset="0"/>
                <a:cs typeface="Times New Roman" panose="02020603050405020304" pitchFamily="18" charset="0"/>
              </a:defRPr>
            </a:lvl1pPr>
            <a:lvl2pPr marL="1147260" indent="-441254">
              <a:defRPr sz="1980">
                <a:latin typeface="Trebuchet MS" pitchFamily="34" charset="0"/>
              </a:defRPr>
            </a:lvl2pPr>
            <a:lvl3pPr marL="1588514" indent="-441254">
              <a:defRPr sz="1980">
                <a:latin typeface="Trebuchet MS" pitchFamily="34" charset="0"/>
              </a:defRPr>
            </a:lvl3pPr>
            <a:lvl4pPr marL="2073893" indent="-485379">
              <a:defRPr sz="1980">
                <a:latin typeface="Trebuchet MS" pitchFamily="34" charset="0"/>
              </a:defRPr>
            </a:lvl4pPr>
            <a:lvl5pPr marL="2426896" indent="-353003">
              <a:defRPr sz="1980">
                <a:latin typeface="Trebuchet MS" pitchFamily="34" charset="0"/>
              </a:defRPr>
            </a:lvl5pPr>
          </a:lstStyle>
          <a:p>
            <a:pPr lvl="0"/>
            <a:r>
              <a:rPr lang="en-US" dirty="0" smtClean="0"/>
              <a:t>Enter your text here</a:t>
            </a:r>
            <a:endParaRPr lang="en-US" dirty="0"/>
          </a:p>
        </p:txBody>
      </p:sp>
      <p:sp>
        <p:nvSpPr>
          <p:cNvPr id="29" name="Text Placeholder 5"/>
          <p:cNvSpPr>
            <a:spLocks noGrp="1"/>
          </p:cNvSpPr>
          <p:nvPr>
            <p:ph type="body" sz="quarter" idx="29" hasCustomPrompt="1"/>
          </p:nvPr>
        </p:nvSpPr>
        <p:spPr>
          <a:xfrm>
            <a:off x="20571964" y="26114085"/>
            <a:ext cx="6279386" cy="643172"/>
          </a:xfrm>
          <a:prstGeom prst="rect">
            <a:avLst/>
          </a:prstGeom>
          <a:noFill/>
        </p:spPr>
        <p:txBody>
          <a:bodyPr wrap="square" lIns="78446" tIns="78446" rIns="78446" bIns="78446" anchor="ctr" anchorCtr="0">
            <a:spAutoFit/>
          </a:bodyPr>
          <a:lstStyle>
            <a:lvl1pPr marL="0" indent="0" algn="ctr">
              <a:buNone/>
              <a:defRPr sz="3150" b="1" u="sng" baseline="0">
                <a:solidFill>
                  <a:schemeClr val="accent5">
                    <a:lumMod val="50000"/>
                  </a:schemeClr>
                </a:solidFill>
              </a:defRPr>
            </a:lvl1pPr>
          </a:lstStyle>
          <a:p>
            <a:pPr lvl="0"/>
            <a:r>
              <a:rPr lang="en-US" dirty="0" smtClean="0"/>
              <a:t>(click to add) CONTACT</a:t>
            </a:r>
            <a:endParaRPr lang="en-US" dirty="0"/>
          </a:p>
        </p:txBody>
      </p:sp>
      <p:sp>
        <p:nvSpPr>
          <p:cNvPr id="30" name="Text Placeholder 3"/>
          <p:cNvSpPr>
            <a:spLocks noGrp="1"/>
          </p:cNvSpPr>
          <p:nvPr>
            <p:ph type="body" sz="quarter" idx="30" hasCustomPrompt="1"/>
          </p:nvPr>
        </p:nvSpPr>
        <p:spPr>
          <a:xfrm>
            <a:off x="20570392" y="26820427"/>
            <a:ext cx="6282532" cy="728455"/>
          </a:xfrm>
          <a:prstGeom prst="rect">
            <a:avLst/>
          </a:prstGeom>
        </p:spPr>
        <p:txBody>
          <a:bodyPr wrap="square" lIns="196113" tIns="196113" rIns="196113" bIns="196113">
            <a:spAutoFit/>
          </a:bodyPr>
          <a:lstStyle>
            <a:lvl1pPr marL="0" indent="0">
              <a:buNone/>
              <a:defRPr sz="2160">
                <a:solidFill>
                  <a:schemeClr val="accent5">
                    <a:lumMod val="50000"/>
                  </a:schemeClr>
                </a:solidFill>
                <a:latin typeface="Times New Roman" panose="02020603050405020304" pitchFamily="18" charset="0"/>
                <a:cs typeface="Times New Roman" panose="02020603050405020304" pitchFamily="18" charset="0"/>
              </a:defRPr>
            </a:lvl1pPr>
            <a:lvl2pPr marL="1147260" indent="-441254">
              <a:defRPr sz="1980">
                <a:latin typeface="Trebuchet MS" pitchFamily="34" charset="0"/>
              </a:defRPr>
            </a:lvl2pPr>
            <a:lvl3pPr marL="1588514" indent="-441254">
              <a:defRPr sz="1980">
                <a:latin typeface="Trebuchet MS" pitchFamily="34" charset="0"/>
              </a:defRPr>
            </a:lvl3pPr>
            <a:lvl4pPr marL="2073893" indent="-485379">
              <a:defRPr sz="1980">
                <a:latin typeface="Trebuchet MS" pitchFamily="34" charset="0"/>
              </a:defRPr>
            </a:lvl4pPr>
            <a:lvl5pPr marL="2426896" indent="-353003">
              <a:defRPr sz="1980">
                <a:latin typeface="Trebuchet MS" pitchFamily="34" charset="0"/>
              </a:defRPr>
            </a:lvl5pPr>
          </a:lstStyle>
          <a:p>
            <a:pPr lvl="0"/>
            <a:r>
              <a:rPr lang="en-US" dirty="0" smtClean="0"/>
              <a:t>Enter your text here</a:t>
            </a:r>
            <a:endParaRPr lang="en-US" dirty="0"/>
          </a:p>
        </p:txBody>
      </p:sp>
      <p:sp>
        <p:nvSpPr>
          <p:cNvPr id="84" name="Text Placeholder 76"/>
          <p:cNvSpPr>
            <a:spLocks noGrp="1"/>
          </p:cNvSpPr>
          <p:nvPr>
            <p:ph type="body" sz="quarter" idx="150" hasCustomPrompt="1"/>
          </p:nvPr>
        </p:nvSpPr>
        <p:spPr>
          <a:xfrm>
            <a:off x="3505967" y="3198933"/>
            <a:ext cx="20420066" cy="1170587"/>
          </a:xfrm>
          <a:prstGeom prst="rect">
            <a:avLst/>
          </a:prstGeom>
        </p:spPr>
        <p:txBody>
          <a:bodyPr lIns="95646" tIns="47823" rIns="95646" bIns="47823">
            <a:normAutofit/>
          </a:bodyPr>
          <a:lstStyle>
            <a:lvl1pPr marL="0" indent="0" algn="ctr">
              <a:buFontTx/>
              <a:buNone/>
              <a:defRPr sz="5670">
                <a:solidFill>
                  <a:schemeClr val="bg1"/>
                </a:solidFill>
                <a:latin typeface="+mj-lt"/>
              </a:defRPr>
            </a:lvl1pPr>
            <a:lvl2pPr>
              <a:buFontTx/>
              <a:buNone/>
              <a:defRPr sz="6750"/>
            </a:lvl2pPr>
            <a:lvl3pPr>
              <a:buFontTx/>
              <a:buNone/>
              <a:defRPr sz="6750"/>
            </a:lvl3pPr>
            <a:lvl4pPr>
              <a:buFontTx/>
              <a:buNone/>
              <a:defRPr sz="6750"/>
            </a:lvl4pPr>
            <a:lvl5pPr>
              <a:buFontTx/>
              <a:buNone/>
              <a:defRPr sz="6750"/>
            </a:lvl5pPr>
          </a:lstStyle>
          <a:p>
            <a:pPr lvl="0"/>
            <a:r>
              <a:rPr lang="en-US" dirty="0" smtClean="0"/>
              <a:t>Click here to add affiliations</a:t>
            </a:r>
            <a:endParaRPr lang="en-US" dirty="0"/>
          </a:p>
        </p:txBody>
      </p:sp>
      <p:sp>
        <p:nvSpPr>
          <p:cNvPr id="85" name="Text Placeholder 76"/>
          <p:cNvSpPr>
            <a:spLocks noGrp="1"/>
          </p:cNvSpPr>
          <p:nvPr>
            <p:ph type="body" sz="quarter" idx="151" hasCustomPrompt="1"/>
          </p:nvPr>
        </p:nvSpPr>
        <p:spPr>
          <a:xfrm>
            <a:off x="3505967" y="2028346"/>
            <a:ext cx="20420066" cy="1170587"/>
          </a:xfrm>
          <a:prstGeom prst="rect">
            <a:avLst/>
          </a:prstGeom>
        </p:spPr>
        <p:txBody>
          <a:bodyPr lIns="95646" tIns="47823" rIns="95646" bIns="47823" anchor="t" anchorCtr="1">
            <a:normAutofit/>
          </a:bodyPr>
          <a:lstStyle>
            <a:lvl1pPr marL="0" indent="0" algn="ctr">
              <a:buFontTx/>
              <a:buNone/>
              <a:defRPr sz="8280">
                <a:solidFill>
                  <a:schemeClr val="bg1"/>
                </a:solidFill>
                <a:latin typeface="+mj-lt"/>
              </a:defRPr>
            </a:lvl1pPr>
            <a:lvl2pPr>
              <a:buFontTx/>
              <a:buNone/>
              <a:defRPr sz="6750"/>
            </a:lvl2pPr>
            <a:lvl3pPr>
              <a:buFontTx/>
              <a:buNone/>
              <a:defRPr sz="6750"/>
            </a:lvl3pPr>
            <a:lvl4pPr>
              <a:buFontTx/>
              <a:buNone/>
              <a:defRPr sz="6750"/>
            </a:lvl4pPr>
            <a:lvl5pPr>
              <a:buFontTx/>
              <a:buNone/>
              <a:defRPr sz="6750"/>
            </a:lvl5pPr>
          </a:lstStyle>
          <a:p>
            <a:pPr lvl="0"/>
            <a:r>
              <a:rPr lang="en-US" dirty="0" smtClean="0"/>
              <a:t>Click here to add authors</a:t>
            </a:r>
            <a:endParaRPr lang="en-US" dirty="0"/>
          </a:p>
        </p:txBody>
      </p:sp>
      <p:sp>
        <p:nvSpPr>
          <p:cNvPr id="86" name="Text Placeholder 76"/>
          <p:cNvSpPr>
            <a:spLocks noGrp="1"/>
          </p:cNvSpPr>
          <p:nvPr>
            <p:ph type="body" sz="quarter" idx="178" hasCustomPrompt="1"/>
          </p:nvPr>
        </p:nvSpPr>
        <p:spPr>
          <a:xfrm>
            <a:off x="3505967" y="530572"/>
            <a:ext cx="20420066" cy="1497774"/>
          </a:xfrm>
          <a:prstGeom prst="rect">
            <a:avLst/>
          </a:prstGeom>
        </p:spPr>
        <p:txBody>
          <a:bodyPr lIns="95646" tIns="47823" rIns="95646" bIns="47823" anchor="t" anchorCtr="1">
            <a:normAutofit/>
          </a:bodyPr>
          <a:lstStyle>
            <a:lvl1pPr marL="0" indent="0" algn="ctr">
              <a:buFontTx/>
              <a:buNone/>
              <a:defRPr sz="10800" b="1">
                <a:solidFill>
                  <a:schemeClr val="bg1"/>
                </a:solidFill>
                <a:latin typeface="+mj-lt"/>
              </a:defRPr>
            </a:lvl1pPr>
            <a:lvl2pPr>
              <a:buFontTx/>
              <a:buNone/>
              <a:defRPr sz="6750"/>
            </a:lvl2pPr>
            <a:lvl3pPr>
              <a:buFontTx/>
              <a:buNone/>
              <a:defRPr sz="6750"/>
            </a:lvl3pPr>
            <a:lvl4pPr>
              <a:buFontTx/>
              <a:buNone/>
              <a:defRPr sz="6750"/>
            </a:lvl4pPr>
            <a:lvl5pPr>
              <a:buFontTx/>
              <a:buNone/>
              <a:defRPr sz="6750"/>
            </a:lvl5pPr>
          </a:lstStyle>
          <a:p>
            <a:pPr lvl="0"/>
            <a:r>
              <a:rPr lang="en-US" dirty="0" smtClean="0"/>
              <a:t>Click here to add title</a:t>
            </a:r>
            <a:endParaRPr lang="en-US" dirty="0"/>
          </a:p>
        </p:txBody>
      </p:sp>
    </p:spTree>
  </p:cSld>
  <p:clrMapOvr>
    <a:masterClrMapping/>
  </p:clrMapOvr>
  <p:timing>
    <p:tnLst>
      <p:par>
        <p:cTn id="1" dur="indefinite" restart="never" nodeType="tmRoot"/>
      </p:par>
    </p:tnLst>
  </p:timing>
</p:sldLayout>
</file>

<file path=ppt/slideMasters/_rels/slideMaster1.xml.rels><?xml version="1.0" encoding="UTF-8" standalone="yes"?>
<Relationships xmlns="http://schemas.openxmlformats.org/package/2006/relationships"><Relationship Id="rId11" Type="http://schemas.openxmlformats.org/officeDocument/2006/relationships/image" Target="../media/image2.wmf"/><Relationship Id="rId12" Type="http://schemas.openxmlformats.org/officeDocument/2006/relationships/oleObject" Target="../embeddings/oleObject3.bin"/><Relationship Id="rId13" Type="http://schemas.openxmlformats.org/officeDocument/2006/relationships/image" Target="../media/image3.wmf"/><Relationship Id="rId14" Type="http://schemas.openxmlformats.org/officeDocument/2006/relationships/image" Target="../media/image9.png"/><Relationship Id="rId15" Type="http://schemas.openxmlformats.org/officeDocument/2006/relationships/oleObject" Target="../embeddings/oleObject4.bin"/><Relationship Id="rId16" Type="http://schemas.openxmlformats.org/officeDocument/2006/relationships/image" Target="../media/image4.wmf"/><Relationship Id="rId17" Type="http://schemas.openxmlformats.org/officeDocument/2006/relationships/hyperlink" Target="http://www.facebook.com/pages/PosterPresentationscom/217914411419?v=app_4949752878&amp;ref=ts" TargetMode="External"/><Relationship Id="rId18" Type="http://schemas.openxmlformats.org/officeDocument/2006/relationships/image" Target="../media/image10.jpeg"/><Relationship Id="rId1" Type="http://schemas.openxmlformats.org/officeDocument/2006/relationships/slideLayout" Target="../slideLayouts/slideLayout1.xml"/><Relationship Id="rId2" Type="http://schemas.openxmlformats.org/officeDocument/2006/relationships/theme" Target="../theme/theme1.xml"/><Relationship Id="rId3" Type="http://schemas.openxmlformats.org/officeDocument/2006/relationships/vmlDrawing" Target="../drawings/vmlDrawing1.vml"/><Relationship Id="rId4" Type="http://schemas.openxmlformats.org/officeDocument/2006/relationships/image" Target="../media/image5.png"/><Relationship Id="rId5" Type="http://schemas.openxmlformats.org/officeDocument/2006/relationships/image" Target="../media/image6.png"/><Relationship Id="rId6" Type="http://schemas.openxmlformats.org/officeDocument/2006/relationships/image" Target="../media/image7.png"/><Relationship Id="rId7" Type="http://schemas.openxmlformats.org/officeDocument/2006/relationships/image" Target="../media/image8.png"/><Relationship Id="rId8" Type="http://schemas.openxmlformats.org/officeDocument/2006/relationships/oleObject" Target="../embeddings/oleObject1.bin"/><Relationship Id="rId9" Type="http://schemas.openxmlformats.org/officeDocument/2006/relationships/image" Target="../media/image1.wmf"/><Relationship Id="rId10" Type="http://schemas.openxmlformats.org/officeDocument/2006/relationships/oleObject" Target="../embeddings/oleObject2.bin"/></Relationships>
</file>

<file path=ppt/slideMasters/_rels/slideMaster2.xml.rels><?xml version="1.0" encoding="UTF-8" standalone="yes"?>
<Relationships xmlns="http://schemas.openxmlformats.org/package/2006/relationships"><Relationship Id="rId11" Type="http://schemas.openxmlformats.org/officeDocument/2006/relationships/image" Target="../media/image2.wmf"/><Relationship Id="rId12" Type="http://schemas.openxmlformats.org/officeDocument/2006/relationships/oleObject" Target="../embeddings/oleObject7.bin"/><Relationship Id="rId13" Type="http://schemas.openxmlformats.org/officeDocument/2006/relationships/image" Target="../media/image3.wmf"/><Relationship Id="rId14" Type="http://schemas.openxmlformats.org/officeDocument/2006/relationships/image" Target="../media/image9.png"/><Relationship Id="rId15" Type="http://schemas.openxmlformats.org/officeDocument/2006/relationships/oleObject" Target="../embeddings/oleObject8.bin"/><Relationship Id="rId16" Type="http://schemas.openxmlformats.org/officeDocument/2006/relationships/image" Target="../media/image4.wmf"/><Relationship Id="rId17" Type="http://schemas.openxmlformats.org/officeDocument/2006/relationships/hyperlink" Target="http://www.facebook.com/pages/PosterPresentationscom/217914411419?v=app_4949752878&amp;ref=ts" TargetMode="External"/><Relationship Id="rId18" Type="http://schemas.openxmlformats.org/officeDocument/2006/relationships/image" Target="../media/image10.jpeg"/><Relationship Id="rId1" Type="http://schemas.openxmlformats.org/officeDocument/2006/relationships/slideLayout" Target="../slideLayouts/slideLayout2.xml"/><Relationship Id="rId2" Type="http://schemas.openxmlformats.org/officeDocument/2006/relationships/theme" Target="../theme/theme2.xml"/><Relationship Id="rId3" Type="http://schemas.openxmlformats.org/officeDocument/2006/relationships/vmlDrawing" Target="../drawings/vmlDrawing2.vml"/><Relationship Id="rId4" Type="http://schemas.openxmlformats.org/officeDocument/2006/relationships/image" Target="../media/image5.png"/><Relationship Id="rId5" Type="http://schemas.openxmlformats.org/officeDocument/2006/relationships/image" Target="../media/image6.png"/><Relationship Id="rId6" Type="http://schemas.openxmlformats.org/officeDocument/2006/relationships/image" Target="../media/image7.png"/><Relationship Id="rId7" Type="http://schemas.openxmlformats.org/officeDocument/2006/relationships/image" Target="../media/image8.png"/><Relationship Id="rId8" Type="http://schemas.openxmlformats.org/officeDocument/2006/relationships/oleObject" Target="../embeddings/oleObject5.bin"/><Relationship Id="rId9" Type="http://schemas.openxmlformats.org/officeDocument/2006/relationships/image" Target="../media/image1.wmf"/><Relationship Id="rId10" Type="http://schemas.openxmlformats.org/officeDocument/2006/relationships/oleObject" Target="../embeddings/oleObject6.bin"/></Relationships>
</file>

<file path=ppt/slideMasters/slideMaster1.xml><?xml version="1.0" encoding="utf-8"?>
<p:sldMaster xmlns:a="http://schemas.openxmlformats.org/drawingml/2006/main" xmlns:r="http://schemas.openxmlformats.org/officeDocument/2006/relationships" xmlns:p="http://schemas.openxmlformats.org/presentationml/2006/main" preserve="1">
  <p:cSld>
    <p:bg>
      <p:bgPr>
        <a:gradFill flip="none" rotWithShape="1">
          <a:gsLst>
            <a:gs pos="0">
              <a:schemeClr val="accent5">
                <a:lumMod val="50000"/>
              </a:schemeClr>
            </a:gs>
            <a:gs pos="50000">
              <a:schemeClr val="accent5">
                <a:lumMod val="60000"/>
                <a:lumOff val="40000"/>
              </a:schemeClr>
            </a:gs>
            <a:gs pos="100000">
              <a:schemeClr val="accent5">
                <a:lumMod val="20000"/>
                <a:lumOff val="80000"/>
              </a:schemeClr>
            </a:gs>
          </a:gsLst>
          <a:lin ang="16200000" scaled="1"/>
          <a:tileRect/>
        </a:gradFill>
        <a:effectLst/>
      </p:bgPr>
    </p:bg>
    <p:spTree>
      <p:nvGrpSpPr>
        <p:cNvPr id="1" name=""/>
        <p:cNvGrpSpPr/>
        <p:nvPr/>
      </p:nvGrpSpPr>
      <p:grpSpPr>
        <a:xfrm>
          <a:off x="0" y="0"/>
          <a:ext cx="0" cy="0"/>
          <a:chOff x="0" y="0"/>
          <a:chExt cx="0" cy="0"/>
        </a:xfrm>
      </p:grpSpPr>
      <p:sp>
        <p:nvSpPr>
          <p:cNvPr id="7" name="Rectangle 36"/>
          <p:cNvSpPr>
            <a:spLocks noChangeArrowheads="1"/>
          </p:cNvSpPr>
          <p:nvPr/>
        </p:nvSpPr>
        <p:spPr bwMode="auto">
          <a:xfrm>
            <a:off x="0" y="0"/>
            <a:ext cx="27432000" cy="4800600"/>
          </a:xfrm>
          <a:prstGeom prst="rect">
            <a:avLst/>
          </a:prstGeom>
          <a:solidFill>
            <a:schemeClr val="accent5">
              <a:lumMod val="75000"/>
            </a:schemeClr>
          </a:solidFill>
          <a:ln w="9525">
            <a:solidFill>
              <a:schemeClr val="tx1"/>
            </a:solidFill>
            <a:miter lim="800000"/>
            <a:headEnd/>
            <a:tailEnd/>
          </a:ln>
          <a:effectLst/>
        </p:spPr>
        <p:txBody>
          <a:bodyPr wrap="none" lIns="70601" tIns="35300" rIns="70601" bIns="35300" anchor="ctr"/>
          <a:lstStyle/>
          <a:p>
            <a:pPr>
              <a:defRPr/>
            </a:pPr>
            <a:endParaRPr lang="en-US" sz="6660" dirty="0"/>
          </a:p>
        </p:txBody>
      </p:sp>
      <p:sp>
        <p:nvSpPr>
          <p:cNvPr id="9" name="Rectangle 9"/>
          <p:cNvSpPr>
            <a:spLocks noChangeArrowheads="1"/>
          </p:cNvSpPr>
          <p:nvPr/>
        </p:nvSpPr>
        <p:spPr bwMode="auto">
          <a:xfrm>
            <a:off x="0" y="4805365"/>
            <a:ext cx="27432000" cy="152400"/>
          </a:xfrm>
          <a:prstGeom prst="rect">
            <a:avLst/>
          </a:prstGeom>
          <a:solidFill>
            <a:schemeClr val="accent5">
              <a:lumMod val="50000"/>
            </a:schemeClr>
          </a:solidFill>
          <a:ln w="152400">
            <a:noFill/>
            <a:miter lim="800000"/>
            <a:headEnd/>
            <a:tailEnd/>
          </a:ln>
          <a:effectLst/>
        </p:spPr>
        <p:txBody>
          <a:bodyPr wrap="none" lIns="70601" tIns="35300" rIns="70601" bIns="35300" anchor="ctr"/>
          <a:lstStyle/>
          <a:p>
            <a:pPr>
              <a:defRPr/>
            </a:pPr>
            <a:endParaRPr lang="en-US" sz="6660" dirty="0"/>
          </a:p>
        </p:txBody>
      </p:sp>
      <p:sp>
        <p:nvSpPr>
          <p:cNvPr id="16" name="Rectangle 33"/>
          <p:cNvSpPr>
            <a:spLocks noChangeArrowheads="1"/>
          </p:cNvSpPr>
          <p:nvPr/>
        </p:nvSpPr>
        <p:spPr bwMode="auto">
          <a:xfrm>
            <a:off x="572142" y="5257679"/>
            <a:ext cx="12949039" cy="26746200"/>
          </a:xfrm>
          <a:prstGeom prst="roundRect">
            <a:avLst>
              <a:gd name="adj" fmla="val 5902"/>
            </a:avLst>
          </a:prstGeom>
          <a:gradFill>
            <a:gsLst>
              <a:gs pos="0">
                <a:schemeClr val="accent1">
                  <a:tint val="66000"/>
                  <a:satMod val="160000"/>
                </a:schemeClr>
              </a:gs>
              <a:gs pos="0">
                <a:srgbClr val="CDD2DE"/>
              </a:gs>
              <a:gs pos="100000">
                <a:srgbClr val="F3F5FA"/>
              </a:gs>
            </a:gsLst>
            <a:lin ang="16200000" scaled="1"/>
          </a:gradFill>
          <a:ln w="9525">
            <a:solidFill>
              <a:schemeClr val="tx2"/>
            </a:solidFill>
            <a:miter lim="800000"/>
            <a:headEnd/>
            <a:tailEnd/>
          </a:ln>
          <a:effectLst/>
        </p:spPr>
        <p:txBody>
          <a:bodyPr wrap="none" lIns="70601" tIns="35300" rIns="70601" bIns="35300" anchor="ctr"/>
          <a:lstStyle/>
          <a:p>
            <a:pPr>
              <a:defRPr/>
            </a:pPr>
            <a:endParaRPr lang="en-US" sz="6660" dirty="0"/>
          </a:p>
        </p:txBody>
      </p:sp>
      <p:sp>
        <p:nvSpPr>
          <p:cNvPr id="21" name="Rectangle 33"/>
          <p:cNvSpPr>
            <a:spLocks noChangeArrowheads="1"/>
          </p:cNvSpPr>
          <p:nvPr userDrawn="1"/>
        </p:nvSpPr>
        <p:spPr bwMode="auto">
          <a:xfrm>
            <a:off x="13811250" y="5257679"/>
            <a:ext cx="12949039" cy="26746200"/>
          </a:xfrm>
          <a:prstGeom prst="roundRect">
            <a:avLst>
              <a:gd name="adj" fmla="val 5902"/>
            </a:avLst>
          </a:prstGeom>
          <a:gradFill flip="none" rotWithShape="1">
            <a:gsLst>
              <a:gs pos="0">
                <a:schemeClr val="accent1">
                  <a:tint val="66000"/>
                  <a:satMod val="160000"/>
                </a:schemeClr>
              </a:gs>
              <a:gs pos="0">
                <a:srgbClr val="CDD2DE"/>
              </a:gs>
              <a:gs pos="100000">
                <a:srgbClr val="F3F5FA"/>
              </a:gs>
            </a:gsLst>
            <a:lin ang="16200000" scaled="1"/>
            <a:tileRect/>
          </a:gradFill>
          <a:ln w="9525">
            <a:solidFill>
              <a:schemeClr val="tx2"/>
            </a:solidFill>
            <a:miter lim="800000"/>
            <a:headEnd/>
            <a:tailEnd/>
          </a:ln>
          <a:effectLst/>
        </p:spPr>
        <p:txBody>
          <a:bodyPr wrap="none" lIns="70601" tIns="35300" rIns="70601" bIns="35300" anchor="ctr"/>
          <a:lstStyle/>
          <a:p>
            <a:pPr>
              <a:defRPr/>
            </a:pPr>
            <a:endParaRPr lang="en-US" sz="6660" dirty="0"/>
          </a:p>
        </p:txBody>
      </p:sp>
      <p:grpSp>
        <p:nvGrpSpPr>
          <p:cNvPr id="23" name="Group 22"/>
          <p:cNvGrpSpPr/>
          <p:nvPr userDrawn="1"/>
        </p:nvGrpSpPr>
        <p:grpSpPr>
          <a:xfrm>
            <a:off x="-12658121" y="-43314"/>
            <a:ext cx="12259293" cy="32961714"/>
            <a:chOff x="-11225189" y="-1"/>
            <a:chExt cx="11018865" cy="32918401"/>
          </a:xfrm>
        </p:grpSpPr>
        <p:sp>
          <p:nvSpPr>
            <p:cNvPr id="24" name="Rectangle 23"/>
            <p:cNvSpPr/>
            <p:nvPr/>
          </p:nvSpPr>
          <p:spPr>
            <a:xfrm>
              <a:off x="-11216136" y="-1"/>
              <a:ext cx="11009812" cy="32918401"/>
            </a:xfrm>
            <a:prstGeom prst="rect">
              <a:avLst/>
            </a:prstGeom>
            <a:solidFill>
              <a:schemeClr val="tx1">
                <a:lumMod val="95000"/>
                <a:lumOff val="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lIns="457200" tIns="457200" rIns="457200" bIns="0" rtlCol="0" anchor="t" anchorCtr="0"/>
            <a:lstStyle/>
            <a:p>
              <a:pPr marL="0" marR="0" indent="0" algn="ctr" defTabSz="1366507" rtl="0" eaLnBrk="1" fontAlgn="auto" latinLnBrk="0" hangingPunct="1">
                <a:lnSpc>
                  <a:spcPct val="100000"/>
                </a:lnSpc>
                <a:spcBef>
                  <a:spcPts val="0"/>
                </a:spcBef>
                <a:spcAft>
                  <a:spcPts val="0"/>
                </a:spcAft>
                <a:buClrTx/>
                <a:buSzTx/>
                <a:buFontTx/>
                <a:buNone/>
                <a:tabLst/>
                <a:defRPr/>
              </a:pPr>
              <a:r>
                <a:rPr lang="en-US" sz="2880" b="1" spc="0" dirty="0" smtClean="0">
                  <a:solidFill>
                    <a:srgbClr val="FF0000"/>
                  </a:solidFill>
                  <a:latin typeface="Trebuchet MS" pitchFamily="34" charset="0"/>
                </a:rPr>
                <a:t>(—THIS SIDEBAR DOES NOT PRINT—)</a:t>
              </a:r>
              <a:endParaRPr lang="en-US" sz="2880" b="1" spc="540" dirty="0" smtClean="0">
                <a:solidFill>
                  <a:schemeClr val="bg1"/>
                </a:solidFill>
                <a:latin typeface="Trebuchet MS" pitchFamily="34" charset="0"/>
              </a:endParaRPr>
            </a:p>
            <a:p>
              <a:pPr algn="ctr"/>
              <a:r>
                <a:rPr lang="en-US" sz="3600" b="1" spc="540" dirty="0" smtClean="0">
                  <a:solidFill>
                    <a:schemeClr val="bg1"/>
                  </a:solidFill>
                  <a:latin typeface="Trebuchet MS" pitchFamily="34" charset="0"/>
                </a:rPr>
                <a:t>DESIGN</a:t>
              </a:r>
              <a:r>
                <a:rPr lang="en-US" sz="3600" b="1" spc="540" baseline="0" dirty="0" smtClean="0">
                  <a:solidFill>
                    <a:schemeClr val="bg1"/>
                  </a:solidFill>
                  <a:latin typeface="Trebuchet MS" pitchFamily="34" charset="0"/>
                </a:rPr>
                <a:t> </a:t>
              </a:r>
              <a:r>
                <a:rPr lang="en-US" sz="3600" b="1" spc="540" dirty="0" smtClean="0">
                  <a:solidFill>
                    <a:schemeClr val="bg1"/>
                  </a:solidFill>
                  <a:latin typeface="Trebuchet MS" pitchFamily="34" charset="0"/>
                </a:rPr>
                <a:t>GUIDE</a:t>
              </a:r>
            </a:p>
            <a:p>
              <a:pPr algn="ctr"/>
              <a:endParaRPr lang="en-US" sz="2520" b="1" dirty="0" smtClean="0">
                <a:latin typeface="Trebuchet MS" pitchFamily="34" charset="0"/>
              </a:endParaRPr>
            </a:p>
            <a:p>
              <a:pPr defTabSz="3389075"/>
              <a:r>
                <a:rPr lang="en-US" sz="2520" i="0" dirty="0" smtClean="0">
                  <a:latin typeface="Trebuchet MS" pitchFamily="34" charset="0"/>
                </a:rPr>
                <a:t>This PowerPoint</a:t>
              </a:r>
              <a:r>
                <a:rPr lang="en-US" sz="2520" i="0" baseline="0" dirty="0" smtClean="0">
                  <a:latin typeface="Trebuchet MS" pitchFamily="34" charset="0"/>
                </a:rPr>
                <a:t> </a:t>
              </a:r>
              <a:r>
                <a:rPr lang="en-US" sz="2520" i="0" dirty="0" smtClean="0">
                  <a:latin typeface="Trebuchet MS" pitchFamily="34" charset="0"/>
                </a:rPr>
                <a:t>2007 template produces</a:t>
              </a:r>
              <a:r>
                <a:rPr lang="en-US" sz="2520" i="0" baseline="0" dirty="0" smtClean="0">
                  <a:latin typeface="Trebuchet MS" pitchFamily="34" charset="0"/>
                </a:rPr>
                <a:t> </a:t>
              </a:r>
              <a:r>
                <a:rPr lang="en-US" sz="2520" i="0" dirty="0" smtClean="0">
                  <a:latin typeface="Trebuchet MS" pitchFamily="34" charset="0"/>
                </a:rPr>
                <a:t>a 30”x40” presentation poster. </a:t>
              </a:r>
              <a:r>
                <a:rPr lang="en-US" sz="2520" dirty="0" smtClean="0">
                  <a:latin typeface="Trebuchet MS" pitchFamily="34" charset="0"/>
                </a:rPr>
                <a:t>You</a:t>
              </a:r>
              <a:r>
                <a:rPr lang="en-US" sz="2520" baseline="0" dirty="0" smtClean="0">
                  <a:latin typeface="Trebuchet MS" pitchFamily="34" charset="0"/>
                </a:rPr>
                <a:t> can u</a:t>
              </a:r>
              <a:r>
                <a:rPr lang="en-US" sz="2520" dirty="0" smtClean="0">
                  <a:latin typeface="Trebuchet MS" pitchFamily="34" charset="0"/>
                </a:rPr>
                <a:t>se</a:t>
              </a:r>
              <a:r>
                <a:rPr lang="en-US" sz="2520" baseline="0" dirty="0" smtClean="0">
                  <a:latin typeface="Trebuchet MS" pitchFamily="34" charset="0"/>
                </a:rPr>
                <a:t> it to create your research poster and </a:t>
              </a:r>
              <a:r>
                <a:rPr lang="en-US" sz="2520" dirty="0" smtClean="0">
                  <a:latin typeface="Trebuchet MS" pitchFamily="34" charset="0"/>
                </a:rPr>
                <a:t>save valuable time placing titles, subtitles,</a:t>
              </a:r>
              <a:r>
                <a:rPr lang="en-US" sz="2520" baseline="0" dirty="0" smtClean="0">
                  <a:latin typeface="Trebuchet MS" pitchFamily="34" charset="0"/>
                </a:rPr>
                <a:t> text, and graphics</a:t>
              </a:r>
              <a:r>
                <a:rPr lang="en-US" sz="2520" dirty="0" smtClean="0">
                  <a:latin typeface="Trebuchet MS" pitchFamily="34" charset="0"/>
                </a:rPr>
                <a:t>. </a:t>
              </a:r>
            </a:p>
            <a:p>
              <a:pPr defTabSz="3389075"/>
              <a:endParaRPr lang="en-US" sz="2520" dirty="0" smtClean="0">
                <a:latin typeface="Trebuchet MS" pitchFamily="34" charset="0"/>
              </a:endParaRPr>
            </a:p>
            <a:p>
              <a:pPr defTabSz="3950297"/>
              <a:r>
                <a:rPr lang="en-US" sz="2520" dirty="0" smtClean="0">
                  <a:latin typeface="Trebuchet MS" pitchFamily="34" charset="0"/>
                </a:rPr>
                <a:t>We provide a series of online tutorials that will guide you through the poster design process and answer your poster production questions. To view our template tutorials, go online to </a:t>
              </a:r>
              <a:r>
                <a:rPr lang="en-US" sz="2520" b="1" dirty="0" smtClean="0">
                  <a:solidFill>
                    <a:srgbClr val="FFC000"/>
                  </a:solidFill>
                  <a:latin typeface="Trebuchet MS" pitchFamily="34" charset="0"/>
                </a:rPr>
                <a:t>PosterPresentations.com</a:t>
              </a:r>
              <a:r>
                <a:rPr lang="en-US" sz="2520" b="1" dirty="0" smtClean="0">
                  <a:solidFill>
                    <a:schemeClr val="bg1"/>
                  </a:solidFill>
                  <a:latin typeface="Trebuchet MS" pitchFamily="34" charset="0"/>
                </a:rPr>
                <a:t> </a:t>
              </a:r>
              <a:r>
                <a:rPr lang="en-US" sz="2520" dirty="0" smtClean="0">
                  <a:solidFill>
                    <a:schemeClr val="bg1"/>
                  </a:solidFill>
                  <a:latin typeface="Trebuchet MS" pitchFamily="34" charset="0"/>
                </a:rPr>
                <a:t>and click on HELP DESK.</a:t>
              </a:r>
            </a:p>
            <a:p>
              <a:pPr defTabSz="3950297"/>
              <a:endParaRPr lang="en-US" sz="2520" dirty="0" smtClean="0">
                <a:latin typeface="Trebuchet MS" pitchFamily="34" charset="0"/>
              </a:endParaRPr>
            </a:p>
            <a:p>
              <a:pPr defTabSz="3950297"/>
              <a:r>
                <a:rPr lang="en-US" sz="2520" dirty="0" smtClean="0">
                  <a:solidFill>
                    <a:schemeClr val="bg1"/>
                  </a:solidFill>
                  <a:latin typeface="Trebuchet MS" pitchFamily="34" charset="0"/>
                </a:rPr>
                <a:t>When</a:t>
              </a:r>
              <a:r>
                <a:rPr lang="en-US" sz="2520" baseline="0" dirty="0" smtClean="0">
                  <a:solidFill>
                    <a:schemeClr val="bg1"/>
                  </a:solidFill>
                  <a:latin typeface="Trebuchet MS" pitchFamily="34" charset="0"/>
                </a:rPr>
                <a:t> you are ready to print your poster</a:t>
              </a:r>
              <a:r>
                <a:rPr lang="en-US" sz="2520" dirty="0" smtClean="0">
                  <a:solidFill>
                    <a:schemeClr val="bg1"/>
                  </a:solidFill>
                  <a:latin typeface="Trebuchet MS" pitchFamily="34" charset="0"/>
                </a:rPr>
                <a:t>,</a:t>
              </a:r>
              <a:r>
                <a:rPr lang="en-US" sz="2520" baseline="0" dirty="0" smtClean="0">
                  <a:solidFill>
                    <a:schemeClr val="bg1"/>
                  </a:solidFill>
                  <a:latin typeface="Trebuchet MS" pitchFamily="34" charset="0"/>
                </a:rPr>
                <a:t> go online to </a:t>
              </a:r>
              <a:r>
                <a:rPr lang="en-US" sz="2520" b="0" dirty="0" smtClean="0">
                  <a:solidFill>
                    <a:schemeClr val="bg1"/>
                  </a:solidFill>
                  <a:latin typeface="Trebuchet MS" pitchFamily="34" charset="0"/>
                </a:rPr>
                <a:t>PosterPresentations.com</a:t>
              </a:r>
              <a:r>
                <a:rPr lang="en-US" sz="2520" dirty="0" smtClean="0">
                  <a:solidFill>
                    <a:schemeClr val="bg1"/>
                  </a:solidFill>
                  <a:latin typeface="Trebuchet MS" pitchFamily="34" charset="0"/>
                </a:rPr>
                <a:t/>
              </a:r>
              <a:br>
                <a:rPr lang="en-US" sz="2520" dirty="0" smtClean="0">
                  <a:solidFill>
                    <a:schemeClr val="bg1"/>
                  </a:solidFill>
                  <a:latin typeface="Trebuchet MS" pitchFamily="34" charset="0"/>
                </a:rPr>
              </a:br>
              <a:endParaRPr lang="en-US" sz="2520" dirty="0" smtClean="0">
                <a:solidFill>
                  <a:schemeClr val="bg1"/>
                </a:solidFill>
                <a:latin typeface="Trebuchet MS" pitchFamily="34" charset="0"/>
              </a:endParaRPr>
            </a:p>
            <a:p>
              <a:pPr algn="l" defTabSz="3389075"/>
              <a:r>
                <a:rPr lang="en-US" sz="2520" b="0" dirty="0" smtClean="0">
                  <a:solidFill>
                    <a:schemeClr val="bg1"/>
                  </a:solidFill>
                  <a:latin typeface="Trebuchet MS" pitchFamily="34" charset="0"/>
                </a:rPr>
                <a:t>Need</a:t>
              </a:r>
              <a:r>
                <a:rPr lang="en-US" sz="2520" b="0" baseline="0" dirty="0" smtClean="0">
                  <a:solidFill>
                    <a:schemeClr val="bg1"/>
                  </a:solidFill>
                  <a:latin typeface="Trebuchet MS" pitchFamily="34" charset="0"/>
                </a:rPr>
                <a:t> assistance? Call us at </a:t>
              </a:r>
              <a:r>
                <a:rPr lang="en-US" sz="2520" b="0" dirty="0" smtClean="0">
                  <a:solidFill>
                    <a:srgbClr val="FFC000"/>
                  </a:solidFill>
                  <a:latin typeface="Trebuchet MS" pitchFamily="34" charset="0"/>
                </a:rPr>
                <a:t>1.510.649.3001</a:t>
              </a:r>
            </a:p>
            <a:p>
              <a:pPr algn="l" defTabSz="3389075"/>
              <a:endParaRPr lang="en-US" sz="3240" b="1" dirty="0" smtClean="0">
                <a:solidFill>
                  <a:srgbClr val="FFFF00"/>
                </a:solidFill>
                <a:latin typeface="Trebuchet MS" pitchFamily="34" charset="0"/>
              </a:endParaRPr>
            </a:p>
            <a:p>
              <a:pPr algn="ctr"/>
              <a:endParaRPr lang="en-US" sz="2160" b="1" dirty="0" smtClean="0">
                <a:solidFill>
                  <a:schemeClr val="bg1"/>
                </a:solidFill>
                <a:latin typeface="Trebuchet MS" pitchFamily="34" charset="0"/>
              </a:endParaRPr>
            </a:p>
            <a:p>
              <a:pPr algn="ctr"/>
              <a:r>
                <a:rPr lang="en-US" sz="3600" b="1" spc="540" dirty="0" smtClean="0">
                  <a:solidFill>
                    <a:schemeClr val="bg1"/>
                  </a:solidFill>
                  <a:latin typeface="Trebuchet MS" pitchFamily="34" charset="0"/>
                </a:rPr>
                <a:t>QUICK START</a:t>
              </a:r>
            </a:p>
            <a:p>
              <a:pPr algn="ctr"/>
              <a:endParaRPr lang="en-US" sz="2880" b="1" baseline="0" dirty="0" smtClean="0">
                <a:solidFill>
                  <a:schemeClr val="bg1"/>
                </a:solidFill>
                <a:latin typeface="Trebuchet MS" pitchFamily="34" charset="0"/>
              </a:endParaRPr>
            </a:p>
            <a:p>
              <a:pPr algn="ctr"/>
              <a:r>
                <a:rPr lang="en-US" sz="2880" b="1" baseline="0" dirty="0" smtClean="0">
                  <a:solidFill>
                    <a:srgbClr val="FFC000"/>
                  </a:solidFill>
                  <a:latin typeface="Trebuchet MS" pitchFamily="34" charset="0"/>
                </a:rPr>
                <a:t>Zoom in and out</a:t>
              </a:r>
            </a:p>
            <a:p>
              <a:pPr marL="2274570" indent="-585788" algn="l" defTabSz="765810">
                <a:tabLst/>
              </a:pPr>
              <a:r>
                <a:rPr lang="en-US" sz="2160" b="0" baseline="0" dirty="0" smtClean="0">
                  <a:solidFill>
                    <a:schemeClr val="bg1"/>
                  </a:solidFill>
                  <a:latin typeface="Trebuchet MS" pitchFamily="34" charset="0"/>
                </a:rPr>
                <a:t>	</a:t>
              </a:r>
              <a:r>
                <a:rPr lang="en-US" sz="2160" b="0" baseline="0" dirty="0" smtClean="0">
                  <a:solidFill>
                    <a:schemeClr val="bg1">
                      <a:lumMod val="75000"/>
                    </a:schemeClr>
                  </a:solidFill>
                  <a:latin typeface="Trebuchet MS" pitchFamily="34" charset="0"/>
                </a:rPr>
                <a:t>As you work on your poster zoom in and out to the level that is more comfortable to you. Go to VIEW &gt; ZOOM.</a:t>
              </a:r>
            </a:p>
            <a:p>
              <a:pPr algn="l"/>
              <a:endParaRPr lang="en-US" sz="2520" b="0" baseline="0" dirty="0" smtClean="0">
                <a:solidFill>
                  <a:schemeClr val="bg1"/>
                </a:solidFill>
                <a:latin typeface="Trebuchet MS" pitchFamily="34" charset="0"/>
              </a:endParaRPr>
            </a:p>
            <a:p>
              <a:pPr algn="ctr"/>
              <a:r>
                <a:rPr lang="en-US" sz="2880" b="1" baseline="0" dirty="0" smtClean="0">
                  <a:solidFill>
                    <a:srgbClr val="FFC000"/>
                  </a:solidFill>
                  <a:latin typeface="Trebuchet MS" pitchFamily="34" charset="0"/>
                </a:rPr>
                <a:t>Title, Authors, and Affiliations</a:t>
              </a:r>
            </a:p>
            <a:p>
              <a:pPr algn="l"/>
              <a:r>
                <a:rPr lang="en-US" sz="2160" b="0" baseline="0" dirty="0" smtClean="0">
                  <a:solidFill>
                    <a:schemeClr val="bg1">
                      <a:lumMod val="75000"/>
                    </a:schemeClr>
                  </a:solidFill>
                  <a:latin typeface="Trebuchet MS" pitchFamily="34" charset="0"/>
                </a:rPr>
                <a:t>Start designing your poster by adding the title, the names of the authors, and the affiliated institutions. </a:t>
              </a:r>
              <a:r>
                <a:rPr lang="en-US" sz="2160" b="0" spc="0" baseline="0" dirty="0" smtClean="0">
                  <a:solidFill>
                    <a:schemeClr val="bg1">
                      <a:lumMod val="75000"/>
                    </a:schemeClr>
                  </a:solidFill>
                  <a:latin typeface="Trebuchet MS" pitchFamily="34" charset="0"/>
                </a:rPr>
                <a:t>You can type or paste text into the provided boxes. The template will automatically adjust the size of your text to fit the title box. You can manually override this feature and change the size of your text. </a:t>
              </a:r>
            </a:p>
            <a:p>
              <a:pPr algn="l"/>
              <a:endParaRPr lang="en-US" sz="2160" b="0" spc="0" baseline="0" dirty="0" smtClean="0">
                <a:solidFill>
                  <a:schemeClr val="bg1">
                    <a:lumMod val="75000"/>
                  </a:schemeClr>
                </a:solidFill>
                <a:latin typeface="Trebuchet MS" pitchFamily="34" charset="0"/>
              </a:endParaRPr>
            </a:p>
            <a:p>
              <a:pPr algn="l"/>
              <a:r>
                <a:rPr lang="en-US" sz="2160" b="1" spc="270" baseline="0" dirty="0" smtClean="0">
                  <a:solidFill>
                    <a:srgbClr val="FFC000"/>
                  </a:solidFill>
                  <a:latin typeface="Trebuchet MS" pitchFamily="34" charset="0"/>
                </a:rPr>
                <a:t>TIP</a:t>
              </a:r>
              <a:r>
                <a:rPr lang="en-US" sz="2160" b="1" baseline="0" dirty="0" smtClean="0">
                  <a:solidFill>
                    <a:srgbClr val="FFC000"/>
                  </a:solidFill>
                  <a:latin typeface="Trebuchet MS" pitchFamily="34" charset="0"/>
                </a:rPr>
                <a:t>: </a:t>
              </a:r>
              <a:r>
                <a:rPr lang="en-US" sz="2160" b="0" baseline="0" dirty="0" smtClean="0">
                  <a:solidFill>
                    <a:schemeClr val="bg1">
                      <a:lumMod val="75000"/>
                    </a:schemeClr>
                  </a:solidFill>
                  <a:latin typeface="Trebuchet MS" pitchFamily="34" charset="0"/>
                </a:rPr>
                <a:t>The font size of your title should be bigger than your name(s) and institution name(s).</a:t>
              </a:r>
            </a:p>
            <a:p>
              <a:pPr algn="l"/>
              <a:r>
                <a:rPr lang="en-US" sz="2520" b="1" baseline="0" dirty="0" smtClean="0">
                  <a:solidFill>
                    <a:schemeClr val="bg1"/>
                  </a:solidFill>
                  <a:latin typeface="Trebuchet MS" pitchFamily="34" charset="0"/>
                </a:rPr>
                <a:t/>
              </a:r>
              <a:br>
                <a:rPr lang="en-US" sz="2520" b="1" baseline="0" dirty="0" smtClean="0">
                  <a:solidFill>
                    <a:schemeClr val="bg1"/>
                  </a:solidFill>
                  <a:latin typeface="Trebuchet MS" pitchFamily="34" charset="0"/>
                </a:rPr>
              </a:br>
              <a:endParaRPr lang="en-US" sz="2520" b="1" dirty="0" smtClean="0">
                <a:solidFill>
                  <a:schemeClr val="bg1"/>
                </a:solidFill>
                <a:latin typeface="Trebuchet MS" pitchFamily="34" charset="0"/>
              </a:endParaRPr>
            </a:p>
            <a:p>
              <a:pPr algn="ctr"/>
              <a:endParaRPr lang="en-US" sz="2520" b="1" dirty="0" smtClean="0">
                <a:solidFill>
                  <a:srgbClr val="FFC000"/>
                </a:solidFill>
                <a:latin typeface="Trebuchet MS" pitchFamily="34" charset="0"/>
              </a:endParaRPr>
            </a:p>
            <a:p>
              <a:pPr algn="ctr"/>
              <a:endParaRPr lang="en-US" sz="2520" b="1" dirty="0" smtClean="0">
                <a:solidFill>
                  <a:srgbClr val="FFC000"/>
                </a:solidFill>
                <a:latin typeface="Trebuchet MS" pitchFamily="34" charset="0"/>
              </a:endParaRPr>
            </a:p>
            <a:p>
              <a:pPr algn="ctr"/>
              <a:r>
                <a:rPr lang="en-US" sz="2880" b="1" dirty="0" smtClean="0">
                  <a:solidFill>
                    <a:srgbClr val="FFC000"/>
                  </a:solidFill>
                  <a:latin typeface="Trebuchet MS" pitchFamily="34" charset="0"/>
                </a:rPr>
                <a:t>Adding Logos</a:t>
              </a:r>
              <a:r>
                <a:rPr lang="en-US" sz="2880" b="1" baseline="0" dirty="0" smtClean="0">
                  <a:solidFill>
                    <a:srgbClr val="FFC000"/>
                  </a:solidFill>
                  <a:latin typeface="Trebuchet MS" pitchFamily="34" charset="0"/>
                </a:rPr>
                <a:t> / Seals</a:t>
              </a:r>
            </a:p>
            <a:p>
              <a:pPr algn="l"/>
              <a:r>
                <a:rPr lang="en-US" sz="2160" b="0" baseline="0" dirty="0" smtClean="0">
                  <a:solidFill>
                    <a:schemeClr val="bg1">
                      <a:lumMod val="75000"/>
                    </a:schemeClr>
                  </a:solidFill>
                  <a:latin typeface="Trebuchet MS" pitchFamily="34" charset="0"/>
                </a:rPr>
                <a:t>Most often, logos are added on each side of the title. You can insert a logo by dragging and dropping it from your desktop, copy and paste or by going to INSERT &gt; PICTURES. Logos taken from web sites are likely to be low quality when printed. Zoom it at 100% to see what the logo will look like on the final poster and make any necessary adjustments.  </a:t>
              </a:r>
            </a:p>
            <a:p>
              <a:pPr algn="l"/>
              <a:endParaRPr lang="en-US" sz="2160" b="0" spc="270" baseline="0" dirty="0" smtClean="0">
                <a:solidFill>
                  <a:schemeClr val="bg1">
                    <a:lumMod val="75000"/>
                  </a:schemeClr>
                </a:solidFill>
                <a:latin typeface="Trebuchet MS" pitchFamily="34" charset="0"/>
              </a:endParaRPr>
            </a:p>
            <a:p>
              <a:pPr algn="l"/>
              <a:r>
                <a:rPr lang="en-US" sz="2160" b="1" spc="270" baseline="0" dirty="0" smtClean="0">
                  <a:solidFill>
                    <a:srgbClr val="FFC000"/>
                  </a:solidFill>
                  <a:latin typeface="Trebuchet MS" pitchFamily="34" charset="0"/>
                </a:rPr>
                <a:t>TIP:</a:t>
              </a:r>
              <a:r>
                <a:rPr lang="en-US" sz="2160" b="1" spc="0" baseline="0" dirty="0" smtClean="0">
                  <a:solidFill>
                    <a:srgbClr val="FFC000"/>
                  </a:solidFill>
                  <a:latin typeface="Trebuchet MS" pitchFamily="34" charset="0"/>
                </a:rPr>
                <a:t> </a:t>
              </a:r>
              <a:r>
                <a:rPr lang="en-US" sz="2160" b="0" baseline="0" dirty="0" smtClean="0">
                  <a:solidFill>
                    <a:schemeClr val="bg1">
                      <a:lumMod val="75000"/>
                    </a:schemeClr>
                  </a:solidFill>
                  <a:latin typeface="Trebuchet MS" pitchFamily="34" charset="0"/>
                </a:rPr>
                <a:t>See if your school’s logo is available on our free poster templates page.</a:t>
              </a:r>
            </a:p>
            <a:p>
              <a:pPr algn="l"/>
              <a:endParaRPr lang="en-US" sz="2160" b="0" baseline="0" dirty="0" smtClean="0">
                <a:latin typeface="Trebuchet MS" pitchFamily="34" charset="0"/>
              </a:endParaRPr>
            </a:p>
            <a:p>
              <a:pPr algn="ctr"/>
              <a:r>
                <a:rPr lang="en-US" sz="2880" b="1" baseline="0" dirty="0" smtClean="0">
                  <a:solidFill>
                    <a:srgbClr val="FFC000"/>
                  </a:solidFill>
                  <a:latin typeface="Trebuchet MS" pitchFamily="34" charset="0"/>
                </a:rPr>
                <a:t>Photographs / Graphics</a:t>
              </a:r>
            </a:p>
            <a:p>
              <a:pPr algn="l" defTabSz="880110"/>
              <a:r>
                <a:rPr lang="en-US" sz="2160" b="0" baseline="0" dirty="0" smtClean="0">
                  <a:solidFill>
                    <a:schemeClr val="bg1">
                      <a:lumMod val="75000"/>
                    </a:schemeClr>
                  </a:solidFill>
                  <a:latin typeface="Trebuchet MS" pitchFamily="34" charset="0"/>
                </a:rPr>
                <a:t>You can add images by dragging and dropping from your desktop, copy and paste, or by going to INSERT &gt; PICTURES. Resize images proportionally by holding down the SHIFT key and dragging one of the corner handles. For a professional-looking poster, do not distort your images by enlarging them </a:t>
              </a:r>
              <a:r>
                <a:rPr lang="en-US" sz="2160" b="0" spc="0" baseline="0" dirty="0" smtClean="0">
                  <a:solidFill>
                    <a:schemeClr val="bg1">
                      <a:lumMod val="75000"/>
                    </a:schemeClr>
                  </a:solidFill>
                  <a:latin typeface="Trebuchet MS" pitchFamily="34" charset="0"/>
                </a:rPr>
                <a:t>disproportionally.</a:t>
              </a:r>
            </a:p>
            <a:p>
              <a:pPr algn="l" defTabSz="880110"/>
              <a:endParaRPr lang="en-US" sz="2160" b="0" baseline="0" dirty="0" smtClean="0">
                <a:latin typeface="Trebuchet MS" pitchFamily="34" charset="0"/>
              </a:endParaRPr>
            </a:p>
            <a:p>
              <a:pPr algn="ctr"/>
              <a:endParaRPr lang="en-US" sz="2520" b="1" baseline="0" dirty="0" smtClean="0">
                <a:solidFill>
                  <a:srgbClr val="FFC000"/>
                </a:solidFill>
                <a:latin typeface="Trebuchet MS" pitchFamily="34" charset="0"/>
              </a:endParaRPr>
            </a:p>
            <a:p>
              <a:pPr algn="ctr"/>
              <a:endParaRPr lang="en-US" sz="2520" b="1" baseline="0" dirty="0" smtClean="0">
                <a:solidFill>
                  <a:srgbClr val="FFC000"/>
                </a:solidFill>
                <a:latin typeface="Trebuchet MS" pitchFamily="34" charset="0"/>
              </a:endParaRPr>
            </a:p>
            <a:p>
              <a:pPr algn="ctr"/>
              <a:endParaRPr lang="en-US" sz="2520" b="1" baseline="0" dirty="0" smtClean="0">
                <a:solidFill>
                  <a:srgbClr val="FFC000"/>
                </a:solidFill>
                <a:latin typeface="Trebuchet MS" pitchFamily="34" charset="0"/>
              </a:endParaRPr>
            </a:p>
            <a:p>
              <a:pPr algn="ctr"/>
              <a:endParaRPr lang="en-US" sz="2520" b="1" baseline="0" dirty="0" smtClean="0">
                <a:solidFill>
                  <a:srgbClr val="FFC000"/>
                </a:solidFill>
                <a:latin typeface="Trebuchet MS" pitchFamily="34" charset="0"/>
              </a:endParaRPr>
            </a:p>
            <a:p>
              <a:pPr algn="ctr"/>
              <a:endParaRPr lang="en-US" sz="2520" b="1" baseline="0" dirty="0" smtClean="0">
                <a:solidFill>
                  <a:srgbClr val="FFC000"/>
                </a:solidFill>
                <a:latin typeface="Trebuchet MS" pitchFamily="34" charset="0"/>
              </a:endParaRPr>
            </a:p>
            <a:p>
              <a:pPr algn="ctr"/>
              <a:endParaRPr lang="en-US" sz="2520" b="1" baseline="0" dirty="0" smtClean="0">
                <a:solidFill>
                  <a:srgbClr val="FFC000"/>
                </a:solidFill>
                <a:latin typeface="Trebuchet MS" pitchFamily="34" charset="0"/>
              </a:endParaRPr>
            </a:p>
            <a:p>
              <a:pPr algn="ctr"/>
              <a:endParaRPr lang="en-US" sz="2520" b="1" baseline="0" dirty="0" smtClean="0">
                <a:solidFill>
                  <a:srgbClr val="FFC000"/>
                </a:solidFill>
                <a:latin typeface="Trebuchet MS" pitchFamily="34" charset="0"/>
              </a:endParaRPr>
            </a:p>
            <a:p>
              <a:pPr algn="ctr"/>
              <a:r>
                <a:rPr lang="en-US" sz="2880" b="1" baseline="0" dirty="0" smtClean="0">
                  <a:solidFill>
                    <a:srgbClr val="FFC000"/>
                  </a:solidFill>
                  <a:latin typeface="Trebuchet MS" pitchFamily="34" charset="0"/>
                </a:rPr>
                <a:t>Image Quality Check</a:t>
              </a:r>
            </a:p>
            <a:p>
              <a:pPr lvl="0" algn="l" defTabSz="880110"/>
              <a:r>
                <a:rPr lang="en-US" sz="2160" b="0" baseline="0" dirty="0" smtClean="0">
                  <a:solidFill>
                    <a:schemeClr val="bg1">
                      <a:lumMod val="75000"/>
                    </a:schemeClr>
                  </a:solidFill>
                  <a:latin typeface="Trebuchet MS" pitchFamily="34" charset="0"/>
                </a:rPr>
                <a:t>Zoom in and look at your images at 100% magnification. If they look good they will print well. </a:t>
              </a:r>
              <a:endParaRPr lang="en-US" sz="2520" b="0" dirty="0" smtClean="0">
                <a:latin typeface="Trebuchet MS" pitchFamily="34" charset="0"/>
              </a:endParaRPr>
            </a:p>
          </p:txBody>
        </p:sp>
        <p:cxnSp>
          <p:nvCxnSpPr>
            <p:cNvPr id="25" name="Straight Connector 24"/>
            <p:cNvCxnSpPr/>
            <p:nvPr/>
          </p:nvCxnSpPr>
          <p:spPr>
            <a:xfrm>
              <a:off x="-11225189" y="7240467"/>
              <a:ext cx="10999746" cy="3341"/>
            </a:xfrm>
            <a:prstGeom prst="line">
              <a:avLst/>
            </a:prstGeom>
            <a:ln>
              <a:solidFill>
                <a:srgbClr val="FFC000"/>
              </a:solidFill>
            </a:ln>
          </p:spPr>
          <p:style>
            <a:lnRef idx="1">
              <a:schemeClr val="accent1"/>
            </a:lnRef>
            <a:fillRef idx="0">
              <a:schemeClr val="accent1"/>
            </a:fillRef>
            <a:effectRef idx="0">
              <a:schemeClr val="accent1"/>
            </a:effectRef>
            <a:fontRef idx="minor">
              <a:schemeClr val="tx1"/>
            </a:fontRef>
          </p:style>
        </p:cxnSp>
        <p:pic>
          <p:nvPicPr>
            <p:cNvPr id="26" name="Picture 25"/>
            <p:cNvPicPr>
              <a:picLocks noChangeAspect="1"/>
            </p:cNvPicPr>
            <p:nvPr userDrawn="1"/>
          </p:nvPicPr>
          <p:blipFill>
            <a:blip r:embed="rId4"/>
            <a:stretch>
              <a:fillRect/>
            </a:stretch>
          </p:blipFill>
          <p:spPr>
            <a:xfrm>
              <a:off x="-10479105" y="8732868"/>
              <a:ext cx="1597666" cy="1201935"/>
            </a:xfrm>
            <a:prstGeom prst="rect">
              <a:avLst/>
            </a:prstGeom>
          </p:spPr>
        </p:pic>
        <p:pic>
          <p:nvPicPr>
            <p:cNvPr id="30" name="Picture 29"/>
            <p:cNvPicPr>
              <a:picLocks noChangeAspect="1"/>
            </p:cNvPicPr>
            <p:nvPr userDrawn="1"/>
          </p:nvPicPr>
          <p:blipFill>
            <a:blip r:embed="rId5"/>
            <a:stretch>
              <a:fillRect/>
            </a:stretch>
          </p:blipFill>
          <p:spPr>
            <a:xfrm>
              <a:off x="-10732765" y="13076183"/>
              <a:ext cx="9986808" cy="1053596"/>
            </a:xfrm>
            <a:prstGeom prst="rect">
              <a:avLst/>
            </a:prstGeom>
          </p:spPr>
        </p:pic>
        <p:grpSp>
          <p:nvGrpSpPr>
            <p:cNvPr id="32" name="Group 31"/>
            <p:cNvGrpSpPr/>
            <p:nvPr userDrawn="1"/>
          </p:nvGrpSpPr>
          <p:grpSpPr>
            <a:xfrm>
              <a:off x="-9744993" y="19604586"/>
              <a:ext cx="7531182" cy="2094921"/>
              <a:chOff x="-4470427" y="9208123"/>
              <a:chExt cx="3470785" cy="962496"/>
            </a:xfrm>
          </p:grpSpPr>
          <p:grpSp>
            <p:nvGrpSpPr>
              <p:cNvPr id="46" name="Group 45"/>
              <p:cNvGrpSpPr/>
              <p:nvPr userDrawn="1"/>
            </p:nvGrpSpPr>
            <p:grpSpPr>
              <a:xfrm>
                <a:off x="-2783495" y="9252354"/>
                <a:ext cx="624431" cy="907396"/>
                <a:chOff x="-3958697" y="8525819"/>
                <a:chExt cx="779338" cy="1300292"/>
              </a:xfrm>
            </p:grpSpPr>
            <p:pic>
              <p:nvPicPr>
                <p:cNvPr id="52" name="Picture 51"/>
                <p:cNvPicPr>
                  <a:picLocks noChangeAspect="1"/>
                </p:cNvPicPr>
                <p:nvPr userDrawn="1"/>
              </p:nvPicPr>
              <p:blipFill>
                <a:blip r:embed="rId6"/>
                <a:stretch>
                  <a:fillRect/>
                </a:stretch>
              </p:blipFill>
              <p:spPr>
                <a:xfrm>
                  <a:off x="-3948160" y="8525819"/>
                  <a:ext cx="768801" cy="1090857"/>
                </a:xfrm>
                <a:prstGeom prst="rect">
                  <a:avLst/>
                </a:prstGeom>
              </p:spPr>
            </p:pic>
            <p:sp>
              <p:nvSpPr>
                <p:cNvPr id="53" name="TextBox 52"/>
                <p:cNvSpPr txBox="1"/>
                <p:nvPr userDrawn="1"/>
              </p:nvSpPr>
              <p:spPr>
                <a:xfrm>
                  <a:off x="-3958697" y="9522560"/>
                  <a:ext cx="779337" cy="303551"/>
                </a:xfrm>
                <a:prstGeom prst="rect">
                  <a:avLst/>
                </a:prstGeom>
                <a:solidFill>
                  <a:schemeClr val="accent1"/>
                </a:solidFill>
                <a:ln>
                  <a:noFill/>
                </a:ln>
              </p:spPr>
              <p:txBody>
                <a:bodyPr wrap="square" lIns="91440" tIns="91440" rIns="91440" bIns="91440" rtlCol="0">
                  <a:spAutoFit/>
                </a:bodyPr>
                <a:lstStyle/>
                <a:p>
                  <a:pPr algn="ctr"/>
                  <a:r>
                    <a:rPr lang="en-US" sz="1800" b="1" dirty="0" smtClean="0">
                      <a:solidFill>
                        <a:schemeClr val="tx1"/>
                      </a:solidFill>
                    </a:rPr>
                    <a:t>ORIGINAL</a:t>
                  </a:r>
                  <a:endParaRPr lang="en-US" sz="1800" b="1" dirty="0">
                    <a:solidFill>
                      <a:schemeClr val="tx1"/>
                    </a:solidFill>
                  </a:endParaRPr>
                </a:p>
              </p:txBody>
            </p:sp>
          </p:grpSp>
          <p:grpSp>
            <p:nvGrpSpPr>
              <p:cNvPr id="47" name="Group 46"/>
              <p:cNvGrpSpPr/>
              <p:nvPr userDrawn="1"/>
            </p:nvGrpSpPr>
            <p:grpSpPr>
              <a:xfrm>
                <a:off x="-2033159" y="9252359"/>
                <a:ext cx="1033517" cy="907388"/>
                <a:chOff x="-2921738" y="8714808"/>
                <a:chExt cx="1420279" cy="1246948"/>
              </a:xfrm>
            </p:grpSpPr>
            <p:pic>
              <p:nvPicPr>
                <p:cNvPr id="50" name="Picture 49"/>
                <p:cNvPicPr>
                  <a:picLocks noChangeAspect="1"/>
                </p:cNvPicPr>
                <p:nvPr userDrawn="1"/>
              </p:nvPicPr>
              <p:blipFill>
                <a:blip r:embed="rId6"/>
                <a:stretch>
                  <a:fillRect/>
                </a:stretch>
              </p:blipFill>
              <p:spPr>
                <a:xfrm>
                  <a:off x="-2921738" y="8714808"/>
                  <a:ext cx="1420279" cy="1029694"/>
                </a:xfrm>
                <a:prstGeom prst="rect">
                  <a:avLst/>
                </a:prstGeom>
              </p:spPr>
            </p:pic>
            <p:sp>
              <p:nvSpPr>
                <p:cNvPr id="51" name="TextBox 50"/>
                <p:cNvSpPr txBox="1"/>
                <p:nvPr userDrawn="1"/>
              </p:nvSpPr>
              <p:spPr>
                <a:xfrm>
                  <a:off x="-2918991" y="9670656"/>
                  <a:ext cx="1417532" cy="291100"/>
                </a:xfrm>
                <a:prstGeom prst="rect">
                  <a:avLst/>
                </a:prstGeom>
                <a:solidFill>
                  <a:srgbClr val="FF0000"/>
                </a:solidFill>
              </p:spPr>
              <p:txBody>
                <a:bodyPr wrap="square" lIns="457200" tIns="91440" rIns="457200" bIns="91440" rtlCol="0">
                  <a:spAutoFit/>
                </a:bodyPr>
                <a:lstStyle/>
                <a:p>
                  <a:pPr algn="ctr"/>
                  <a:r>
                    <a:rPr lang="en-US" sz="1800" b="1" dirty="0" smtClean="0">
                      <a:solidFill>
                        <a:schemeClr val="bg1"/>
                      </a:solidFill>
                    </a:rPr>
                    <a:t>DISTORTED</a:t>
                  </a:r>
                  <a:endParaRPr lang="en-US" sz="810" b="1" dirty="0">
                    <a:solidFill>
                      <a:schemeClr val="bg1"/>
                    </a:solidFill>
                  </a:endParaRPr>
                </a:p>
              </p:txBody>
            </p:sp>
          </p:grpSp>
          <p:pic>
            <p:nvPicPr>
              <p:cNvPr id="48" name="Picture 47"/>
              <p:cNvPicPr>
                <a:picLocks noChangeAspect="1"/>
              </p:cNvPicPr>
              <p:nvPr userDrawn="1"/>
            </p:nvPicPr>
            <p:blipFill>
              <a:blip r:embed="rId7"/>
              <a:stretch>
                <a:fillRect/>
              </a:stretch>
            </p:blipFill>
            <p:spPr>
              <a:xfrm>
                <a:off x="-4470427" y="9208123"/>
                <a:ext cx="1098742" cy="847761"/>
              </a:xfrm>
              <a:prstGeom prst="rect">
                <a:avLst/>
              </a:prstGeom>
            </p:spPr>
          </p:pic>
          <p:sp>
            <p:nvSpPr>
              <p:cNvPr id="49" name="TextBox 48"/>
              <p:cNvSpPr txBox="1"/>
              <p:nvPr userDrawn="1"/>
            </p:nvSpPr>
            <p:spPr>
              <a:xfrm>
                <a:off x="-4440600" y="9857111"/>
                <a:ext cx="1035685" cy="313508"/>
              </a:xfrm>
              <a:prstGeom prst="rect">
                <a:avLst/>
              </a:prstGeom>
              <a:noFill/>
            </p:spPr>
            <p:txBody>
              <a:bodyPr wrap="square" lIns="457200" tIns="457200" rIns="457200" bIns="0" rtlCol="0">
                <a:spAutoFit/>
              </a:bodyPr>
              <a:lstStyle/>
              <a:p>
                <a:pPr algn="ctr"/>
                <a:r>
                  <a:rPr lang="en-US" sz="1440" dirty="0" smtClean="0">
                    <a:solidFill>
                      <a:schemeClr val="bg1"/>
                    </a:solidFill>
                  </a:rPr>
                  <a:t>Corner</a:t>
                </a:r>
                <a:r>
                  <a:rPr lang="en-US" sz="1440" baseline="0" dirty="0" smtClean="0">
                    <a:solidFill>
                      <a:schemeClr val="bg1"/>
                    </a:solidFill>
                  </a:rPr>
                  <a:t> handles</a:t>
                </a:r>
                <a:endParaRPr lang="en-US" sz="1440" dirty="0">
                  <a:solidFill>
                    <a:schemeClr val="bg1"/>
                  </a:solidFill>
                </a:endParaRPr>
              </a:p>
            </p:txBody>
          </p:sp>
        </p:grpSp>
        <p:grpSp>
          <p:nvGrpSpPr>
            <p:cNvPr id="37" name="Group 36"/>
            <p:cNvGrpSpPr/>
            <p:nvPr userDrawn="1"/>
          </p:nvGrpSpPr>
          <p:grpSpPr>
            <a:xfrm>
              <a:off x="-10395497" y="23738190"/>
              <a:ext cx="9316420" cy="2453251"/>
              <a:chOff x="-4753477" y="10890292"/>
              <a:chExt cx="4293521" cy="1127128"/>
            </a:xfrm>
          </p:grpSpPr>
          <p:graphicFrame>
            <p:nvGraphicFramePr>
              <p:cNvPr id="38" name="Object 37"/>
              <p:cNvGraphicFramePr>
                <a:graphicFrameLocks noChangeAspect="1"/>
              </p:cNvGraphicFramePr>
              <p:nvPr userDrawn="1">
                <p:extLst>
                  <p:ext uri="{D42A27DB-BD31-4B8C-83A1-F6EECF244321}">
                    <p14:modId xmlns:p14="http://schemas.microsoft.com/office/powerpoint/2010/main" val="3213247783"/>
                  </p:ext>
                </p:extLst>
              </p:nvPr>
            </p:nvGraphicFramePr>
            <p:xfrm>
              <a:off x="-4533347" y="10890299"/>
              <a:ext cx="1828800" cy="1117600"/>
            </p:xfrm>
            <a:graphic>
              <a:graphicData uri="http://schemas.openxmlformats.org/presentationml/2006/ole">
                <mc:AlternateContent xmlns:mc="http://schemas.openxmlformats.org/markup-compatibility/2006">
                  <mc:Choice xmlns:v="urn:schemas-microsoft-com:vml" Requires="v">
                    <p:oleObj spid="_x0000_s1187" name="Image" r:id="rId8" imgW="1828440" imgH="1117440" progId="Photoshop.Image.13">
                      <p:embed/>
                    </p:oleObj>
                  </mc:Choice>
                  <mc:Fallback>
                    <p:oleObj name="Image" r:id="rId8" imgW="1828440" imgH="1117440" progId="Photoshop.Image.13">
                      <p:embed/>
                      <p:pic>
                        <p:nvPicPr>
                          <p:cNvPr id="0" name=""/>
                          <p:cNvPicPr/>
                          <p:nvPr/>
                        </p:nvPicPr>
                        <p:blipFill>
                          <a:blip r:embed="rId9"/>
                          <a:stretch>
                            <a:fillRect/>
                          </a:stretch>
                        </p:blipFill>
                        <p:spPr>
                          <a:xfrm>
                            <a:off x="-4533347" y="10890299"/>
                            <a:ext cx="1828800" cy="1117600"/>
                          </a:xfrm>
                          <a:prstGeom prst="rect">
                            <a:avLst/>
                          </a:prstGeom>
                        </p:spPr>
                      </p:pic>
                    </p:oleObj>
                  </mc:Fallback>
                </mc:AlternateContent>
              </a:graphicData>
            </a:graphic>
          </p:graphicFrame>
          <p:graphicFrame>
            <p:nvGraphicFramePr>
              <p:cNvPr id="39" name="Object 38"/>
              <p:cNvGraphicFramePr>
                <a:graphicFrameLocks noChangeAspect="1"/>
              </p:cNvGraphicFramePr>
              <p:nvPr userDrawn="1">
                <p:extLst>
                  <p:ext uri="{D42A27DB-BD31-4B8C-83A1-F6EECF244321}">
                    <p14:modId xmlns:p14="http://schemas.microsoft.com/office/powerpoint/2010/main" val="3514347268"/>
                  </p:ext>
                </p:extLst>
              </p:nvPr>
            </p:nvGraphicFramePr>
            <p:xfrm>
              <a:off x="-2456641" y="10893992"/>
              <a:ext cx="1828800" cy="1117600"/>
            </p:xfrm>
            <a:graphic>
              <a:graphicData uri="http://schemas.openxmlformats.org/presentationml/2006/ole">
                <mc:AlternateContent xmlns:mc="http://schemas.openxmlformats.org/markup-compatibility/2006">
                  <mc:Choice xmlns:v="urn:schemas-microsoft-com:vml" Requires="v">
                    <p:oleObj spid="_x0000_s1188" name="Image" r:id="rId10" imgW="1828440" imgH="1117440" progId="Photoshop.Image.13">
                      <p:embed/>
                    </p:oleObj>
                  </mc:Choice>
                  <mc:Fallback>
                    <p:oleObj name="Image" r:id="rId10" imgW="1828440" imgH="1117440" progId="Photoshop.Image.13">
                      <p:embed/>
                      <p:pic>
                        <p:nvPicPr>
                          <p:cNvPr id="0" name=""/>
                          <p:cNvPicPr/>
                          <p:nvPr/>
                        </p:nvPicPr>
                        <p:blipFill>
                          <a:blip r:embed="rId11"/>
                          <a:stretch>
                            <a:fillRect/>
                          </a:stretch>
                        </p:blipFill>
                        <p:spPr>
                          <a:xfrm>
                            <a:off x="-2456641" y="10893992"/>
                            <a:ext cx="1828800" cy="1117600"/>
                          </a:xfrm>
                          <a:prstGeom prst="rect">
                            <a:avLst/>
                          </a:prstGeom>
                        </p:spPr>
                      </p:pic>
                    </p:oleObj>
                  </mc:Fallback>
                </mc:AlternateContent>
              </a:graphicData>
            </a:graphic>
          </p:graphicFrame>
          <p:sp>
            <p:nvSpPr>
              <p:cNvPr id="41" name="TextBox 40"/>
              <p:cNvSpPr txBox="1"/>
              <p:nvPr userDrawn="1"/>
            </p:nvSpPr>
            <p:spPr>
              <a:xfrm rot="16200000">
                <a:off x="-5235785" y="11372600"/>
                <a:ext cx="1117601" cy="152986"/>
              </a:xfrm>
              <a:prstGeom prst="rect">
                <a:avLst/>
              </a:prstGeom>
              <a:noFill/>
            </p:spPr>
            <p:txBody>
              <a:bodyPr wrap="square" lIns="91440" tIns="91440" rIns="91440" bIns="0" rtlCol="0">
                <a:spAutoFit/>
              </a:bodyPr>
              <a:lstStyle/>
              <a:p>
                <a:pPr algn="ctr"/>
                <a:r>
                  <a:rPr lang="en-US" sz="1800" dirty="0" smtClean="0">
                    <a:solidFill>
                      <a:srgbClr val="92D050"/>
                    </a:solidFill>
                  </a:rPr>
                  <a:t>Good</a:t>
                </a:r>
                <a:r>
                  <a:rPr lang="en-US" sz="1800" baseline="0" dirty="0" smtClean="0">
                    <a:solidFill>
                      <a:srgbClr val="92D050"/>
                    </a:solidFill>
                  </a:rPr>
                  <a:t> </a:t>
                </a:r>
                <a:r>
                  <a:rPr lang="en-US" sz="1800" baseline="0" dirty="0" smtClean="0">
                    <a:solidFill>
                      <a:schemeClr val="bg1"/>
                    </a:solidFill>
                  </a:rPr>
                  <a:t>printing quality</a:t>
                </a:r>
                <a:endParaRPr lang="en-US" sz="1800" dirty="0">
                  <a:solidFill>
                    <a:schemeClr val="bg1"/>
                  </a:solidFill>
                </a:endParaRPr>
              </a:p>
            </p:txBody>
          </p:sp>
          <p:sp>
            <p:nvSpPr>
              <p:cNvPr id="45" name="TextBox 44"/>
              <p:cNvSpPr txBox="1"/>
              <p:nvPr userDrawn="1"/>
            </p:nvSpPr>
            <p:spPr>
              <a:xfrm rot="16200000">
                <a:off x="-1095250" y="11382127"/>
                <a:ext cx="1117601" cy="152986"/>
              </a:xfrm>
              <a:prstGeom prst="rect">
                <a:avLst/>
              </a:prstGeom>
              <a:noFill/>
            </p:spPr>
            <p:txBody>
              <a:bodyPr wrap="square" lIns="91440" tIns="91440" rIns="91440" bIns="0" rtlCol="0">
                <a:spAutoFit/>
              </a:bodyPr>
              <a:lstStyle/>
              <a:p>
                <a:pPr algn="ctr"/>
                <a:r>
                  <a:rPr lang="en-US" sz="1800" dirty="0" smtClean="0">
                    <a:solidFill>
                      <a:srgbClr val="FF0000"/>
                    </a:solidFill>
                  </a:rPr>
                  <a:t>Bad </a:t>
                </a:r>
                <a:r>
                  <a:rPr lang="en-US" sz="1800" dirty="0" smtClean="0">
                    <a:solidFill>
                      <a:schemeClr val="bg1"/>
                    </a:solidFill>
                  </a:rPr>
                  <a:t>printing quality</a:t>
                </a:r>
                <a:endParaRPr lang="en-US" sz="1800" dirty="0">
                  <a:solidFill>
                    <a:schemeClr val="bg1"/>
                  </a:solidFill>
                </a:endParaRPr>
              </a:p>
            </p:txBody>
          </p:sp>
        </p:grpSp>
      </p:grpSp>
      <p:grpSp>
        <p:nvGrpSpPr>
          <p:cNvPr id="54" name="Group 53"/>
          <p:cNvGrpSpPr/>
          <p:nvPr userDrawn="1"/>
        </p:nvGrpSpPr>
        <p:grpSpPr>
          <a:xfrm>
            <a:off x="27804389" y="1"/>
            <a:ext cx="12284832" cy="32956206"/>
            <a:chOff x="44157839" y="-55065"/>
            <a:chExt cx="11062139" cy="32973465"/>
          </a:xfrm>
        </p:grpSpPr>
        <p:sp>
          <p:nvSpPr>
            <p:cNvPr id="55" name="Rectangle 54"/>
            <p:cNvSpPr/>
            <p:nvPr userDrawn="1"/>
          </p:nvSpPr>
          <p:spPr>
            <a:xfrm>
              <a:off x="44157839" y="-55065"/>
              <a:ext cx="11062139" cy="32973465"/>
            </a:xfrm>
            <a:prstGeom prst="rect">
              <a:avLst/>
            </a:prstGeom>
            <a:solidFill>
              <a:schemeClr val="tx1">
                <a:lumMod val="95000"/>
                <a:lumOff val="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lIns="457200" tIns="457200" rIns="457200" bIns="0" rtlCol="0" anchor="t" anchorCtr="0"/>
            <a:lstStyle/>
            <a:p>
              <a:pPr algn="ctr"/>
              <a:r>
                <a:rPr lang="en-US" sz="3600" b="1" spc="540" dirty="0" smtClean="0">
                  <a:solidFill>
                    <a:schemeClr val="bg1"/>
                  </a:solidFill>
                  <a:latin typeface="Trebuchet MS" pitchFamily="34" charset="0"/>
                </a:rPr>
                <a:t>QUICK START (cont.)</a:t>
              </a:r>
            </a:p>
            <a:p>
              <a:pPr algn="ctr"/>
              <a:endParaRPr lang="en-US" sz="3240" b="1" baseline="0" dirty="0" smtClean="0">
                <a:solidFill>
                  <a:schemeClr val="bg1"/>
                </a:solidFill>
                <a:latin typeface="Trebuchet MS" pitchFamily="34" charset="0"/>
              </a:endParaRPr>
            </a:p>
            <a:p>
              <a:pPr algn="ctr"/>
              <a:r>
                <a:rPr lang="en-US" sz="2880" b="1" baseline="0" dirty="0" smtClean="0">
                  <a:solidFill>
                    <a:srgbClr val="FFC000"/>
                  </a:solidFill>
                  <a:latin typeface="Trebuchet MS" pitchFamily="34" charset="0"/>
                </a:rPr>
                <a:t>How to change the template color theme</a:t>
              </a:r>
            </a:p>
            <a:p>
              <a:pPr marL="0" marR="0" lvl="2" indent="0" algn="l" defTabSz="102870" rtl="0" eaLnBrk="1" fontAlgn="auto" latinLnBrk="0" hangingPunct="1">
                <a:lnSpc>
                  <a:spcPct val="100000"/>
                </a:lnSpc>
                <a:spcBef>
                  <a:spcPts val="0"/>
                </a:spcBef>
                <a:spcAft>
                  <a:spcPts val="0"/>
                </a:spcAft>
                <a:buClrTx/>
                <a:buSzTx/>
                <a:buFontTx/>
                <a:buNone/>
                <a:tabLst/>
                <a:defRPr/>
              </a:pPr>
              <a:r>
                <a:rPr lang="en-US" sz="2160" b="0" baseline="0" dirty="0" smtClean="0">
                  <a:solidFill>
                    <a:schemeClr val="bg1">
                      <a:lumMod val="75000"/>
                    </a:schemeClr>
                  </a:solidFill>
                  <a:latin typeface="Trebuchet MS" pitchFamily="34" charset="0"/>
                </a:rPr>
                <a:t>You can easily change the color theme of your poster by going to the DESIGN menu, click on COLORS, and choose the color theme of your choice. You can </a:t>
              </a:r>
              <a:r>
                <a:rPr lang="en-US" sz="2160" b="0" spc="0" baseline="0" dirty="0" smtClean="0">
                  <a:solidFill>
                    <a:schemeClr val="bg1">
                      <a:lumMod val="75000"/>
                    </a:schemeClr>
                  </a:solidFill>
                  <a:latin typeface="Trebuchet MS" pitchFamily="34" charset="0"/>
                </a:rPr>
                <a:t>also create your own color theme.</a:t>
              </a:r>
            </a:p>
            <a:p>
              <a:pPr marL="0" marR="0" lvl="2" indent="0" algn="l" defTabSz="102870" rtl="0" eaLnBrk="1" fontAlgn="auto" latinLnBrk="0" hangingPunct="1">
                <a:lnSpc>
                  <a:spcPct val="100000"/>
                </a:lnSpc>
                <a:spcBef>
                  <a:spcPts val="0"/>
                </a:spcBef>
                <a:spcAft>
                  <a:spcPts val="0"/>
                </a:spcAft>
                <a:buClrTx/>
                <a:buSzTx/>
                <a:buFontTx/>
                <a:buNone/>
                <a:tabLst/>
                <a:defRPr/>
              </a:pPr>
              <a:endParaRPr lang="en-US" sz="2160" b="0" baseline="0" dirty="0" smtClean="0">
                <a:solidFill>
                  <a:schemeClr val="bg1">
                    <a:lumMod val="75000"/>
                  </a:schemeClr>
                </a:solidFill>
                <a:latin typeface="Trebuchet MS" pitchFamily="34" charset="0"/>
              </a:endParaRPr>
            </a:p>
            <a:p>
              <a:pPr marL="0" indent="0" algn="l" defTabSz="102870"/>
              <a:endParaRPr lang="en-US" sz="2160" b="0" baseline="0" dirty="0" smtClean="0">
                <a:solidFill>
                  <a:schemeClr val="bg1">
                    <a:lumMod val="75000"/>
                  </a:schemeClr>
                </a:solidFill>
                <a:latin typeface="Trebuchet MS" pitchFamily="34" charset="0"/>
              </a:endParaRPr>
            </a:p>
            <a:p>
              <a:pPr marL="0" indent="0" algn="l" defTabSz="102870"/>
              <a:endParaRPr lang="en-US" sz="2160" b="0" baseline="0" dirty="0" smtClean="0">
                <a:solidFill>
                  <a:schemeClr val="bg1">
                    <a:lumMod val="75000"/>
                  </a:schemeClr>
                </a:solidFill>
                <a:latin typeface="Trebuchet MS" pitchFamily="34" charset="0"/>
              </a:endParaRPr>
            </a:p>
            <a:p>
              <a:pPr marL="0" indent="0" algn="l" defTabSz="102870"/>
              <a:endParaRPr lang="en-US" sz="2160" b="0" baseline="0" dirty="0" smtClean="0">
                <a:solidFill>
                  <a:schemeClr val="bg1">
                    <a:lumMod val="75000"/>
                  </a:schemeClr>
                </a:solidFill>
                <a:latin typeface="Trebuchet MS" pitchFamily="34" charset="0"/>
              </a:endParaRPr>
            </a:p>
            <a:p>
              <a:pPr marL="0" indent="0" algn="l" defTabSz="102870"/>
              <a:endParaRPr lang="en-US" sz="2160" b="0" baseline="0" dirty="0" smtClean="0">
                <a:solidFill>
                  <a:schemeClr val="bg1">
                    <a:lumMod val="75000"/>
                  </a:schemeClr>
                </a:solidFill>
                <a:latin typeface="Trebuchet MS" pitchFamily="34" charset="0"/>
              </a:endParaRPr>
            </a:p>
            <a:p>
              <a:pPr marL="0" indent="0" algn="l" defTabSz="102870"/>
              <a:endParaRPr lang="en-US" sz="2160" b="0" baseline="0" dirty="0" smtClean="0">
                <a:solidFill>
                  <a:schemeClr val="bg1">
                    <a:lumMod val="75000"/>
                  </a:schemeClr>
                </a:solidFill>
                <a:latin typeface="Trebuchet MS" pitchFamily="34" charset="0"/>
              </a:endParaRPr>
            </a:p>
            <a:p>
              <a:pPr marL="0" indent="0" algn="l" defTabSz="102870"/>
              <a:endParaRPr lang="en-US" sz="2160" b="0" baseline="0" dirty="0" smtClean="0">
                <a:solidFill>
                  <a:schemeClr val="bg1">
                    <a:lumMod val="75000"/>
                  </a:schemeClr>
                </a:solidFill>
                <a:latin typeface="Trebuchet MS" pitchFamily="34" charset="0"/>
              </a:endParaRPr>
            </a:p>
            <a:p>
              <a:pPr marL="0" indent="0" algn="l" defTabSz="102870"/>
              <a:endParaRPr lang="en-US" sz="2160" b="0" baseline="0" dirty="0" smtClean="0">
                <a:solidFill>
                  <a:schemeClr val="bg1">
                    <a:lumMod val="75000"/>
                  </a:schemeClr>
                </a:solidFill>
                <a:latin typeface="Trebuchet MS" pitchFamily="34" charset="0"/>
              </a:endParaRPr>
            </a:p>
            <a:p>
              <a:pPr marL="0" indent="0" algn="l" defTabSz="102870"/>
              <a:endParaRPr lang="en-US" sz="2160" b="0" baseline="0" dirty="0" smtClean="0">
                <a:solidFill>
                  <a:schemeClr val="bg1">
                    <a:lumMod val="75000"/>
                  </a:schemeClr>
                </a:solidFill>
                <a:latin typeface="Trebuchet MS" pitchFamily="34" charset="0"/>
              </a:endParaRPr>
            </a:p>
            <a:p>
              <a:pPr marL="0" indent="0" algn="l" defTabSz="102870"/>
              <a:r>
                <a:rPr lang="en-US" sz="2160" b="0" baseline="0" dirty="0" smtClean="0">
                  <a:solidFill>
                    <a:schemeClr val="bg1">
                      <a:lumMod val="75000"/>
                    </a:schemeClr>
                  </a:solidFill>
                  <a:latin typeface="Trebuchet MS" pitchFamily="34" charset="0"/>
                </a:rPr>
                <a:t>You can also manually change the color of your background by going to VIEW &gt; SLIDE MASTER.  After you finish working on the master be sure to go to VIEW &gt; NORMAL to continue working on your poster.</a:t>
              </a:r>
            </a:p>
            <a:p>
              <a:pPr marL="0" indent="0" algn="l" defTabSz="102870"/>
              <a:endParaRPr lang="en-US" sz="2160" b="0" baseline="0" dirty="0" smtClean="0">
                <a:solidFill>
                  <a:schemeClr val="bg1">
                    <a:lumMod val="75000"/>
                  </a:schemeClr>
                </a:solidFill>
                <a:latin typeface="Trebuchet MS" pitchFamily="34" charset="0"/>
              </a:endParaRPr>
            </a:p>
            <a:p>
              <a:pPr algn="ctr"/>
              <a:r>
                <a:rPr lang="en-US" sz="2880" b="1" baseline="0" dirty="0" smtClean="0">
                  <a:solidFill>
                    <a:srgbClr val="FFC000"/>
                  </a:solidFill>
                  <a:latin typeface="Trebuchet MS" pitchFamily="34" charset="0"/>
                </a:rPr>
                <a:t>How to add Text</a:t>
              </a:r>
            </a:p>
            <a:p>
              <a:pPr marL="3086100" lvl="2" indent="0" algn="l" defTabSz="102870"/>
              <a:r>
                <a:rPr lang="en-US" sz="2160" b="0" baseline="0" dirty="0" smtClean="0">
                  <a:solidFill>
                    <a:schemeClr val="bg1">
                      <a:lumMod val="75000"/>
                    </a:schemeClr>
                  </a:solidFill>
                  <a:latin typeface="Trebuchet MS" pitchFamily="34" charset="0"/>
                </a:rPr>
                <a:t>The template comes with a number of pre-formatted placeholders for headers and text blocks. You can add more blocks by copying and pasting the existing ones or by adding a text box from the HOME menu. </a:t>
              </a:r>
            </a:p>
            <a:p>
              <a:pPr marL="1366507" lvl="2" indent="0" algn="l" defTabSz="102870"/>
              <a:endParaRPr lang="en-US" sz="2160" b="0" baseline="0" dirty="0" smtClean="0">
                <a:solidFill>
                  <a:schemeClr val="bg1">
                    <a:lumMod val="75000"/>
                  </a:schemeClr>
                </a:solidFill>
                <a:latin typeface="Trebuchet MS" pitchFamily="34" charset="0"/>
              </a:endParaRPr>
            </a:p>
            <a:p>
              <a:pPr marL="0" marR="0" lvl="0" indent="0" algn="ctr" defTabSz="1366507" rtl="0" eaLnBrk="1" fontAlgn="auto" latinLnBrk="0" hangingPunct="1">
                <a:lnSpc>
                  <a:spcPct val="100000"/>
                </a:lnSpc>
                <a:spcBef>
                  <a:spcPts val="0"/>
                </a:spcBef>
                <a:spcAft>
                  <a:spcPts val="0"/>
                </a:spcAft>
                <a:buClrTx/>
                <a:buSzTx/>
                <a:buFontTx/>
                <a:buNone/>
                <a:tabLst/>
                <a:defRPr/>
              </a:pPr>
              <a:r>
                <a:rPr lang="en-US" sz="2160" b="0" baseline="0" dirty="0" smtClean="0">
                  <a:solidFill>
                    <a:schemeClr val="bg1">
                      <a:lumMod val="75000"/>
                    </a:schemeClr>
                  </a:solidFill>
                  <a:latin typeface="Trebuchet MS" pitchFamily="34" charset="0"/>
                </a:rPr>
                <a:t> </a:t>
              </a:r>
              <a:r>
                <a:rPr kumimoji="0" lang="en-US" sz="2880" b="1" i="0" u="none" strike="noStrike" kern="1200" cap="none" spc="0" normalizeH="0" baseline="0" noProof="0" dirty="0" smtClean="0">
                  <a:ln>
                    <a:noFill/>
                  </a:ln>
                  <a:solidFill>
                    <a:srgbClr val="FFC000"/>
                  </a:solidFill>
                  <a:effectLst/>
                  <a:uLnTx/>
                  <a:uFillTx/>
                  <a:latin typeface="Trebuchet MS" pitchFamily="34" charset="0"/>
                </a:rPr>
                <a:t>Text size</a:t>
              </a:r>
            </a:p>
            <a:p>
              <a:pPr marL="0" marR="0" lvl="0" indent="0" algn="l" defTabSz="102870" rtl="0" eaLnBrk="1" fontAlgn="auto" latinLnBrk="0" hangingPunct="1">
                <a:lnSpc>
                  <a:spcPct val="100000"/>
                </a:lnSpc>
                <a:spcBef>
                  <a:spcPts val="0"/>
                </a:spcBef>
                <a:spcAft>
                  <a:spcPts val="0"/>
                </a:spcAft>
                <a:buClrTx/>
                <a:buSzTx/>
                <a:buFontTx/>
                <a:buNone/>
                <a:tabLst/>
                <a:defRPr/>
              </a:pPr>
              <a:r>
                <a:rPr kumimoji="0" lang="en-US" sz="2160" b="0" i="0" u="none" strike="noStrike" kern="1200" cap="none" spc="0" normalizeH="0" baseline="0" noProof="0" dirty="0" smtClean="0">
                  <a:ln>
                    <a:noFill/>
                  </a:ln>
                  <a:solidFill>
                    <a:prstClr val="white">
                      <a:lumMod val="75000"/>
                    </a:prstClr>
                  </a:solidFill>
                  <a:effectLst/>
                  <a:uLnTx/>
                  <a:uFillTx/>
                  <a:latin typeface="Trebuchet MS" pitchFamily="34" charset="0"/>
                </a:rPr>
                <a:t>Adjust the size of your text based on how much content you have to present. </a:t>
              </a:r>
              <a:br>
                <a:rPr kumimoji="0" lang="en-US" sz="2160" b="0" i="0" u="none" strike="noStrike" kern="1200" cap="none" spc="0" normalizeH="0" baseline="0" noProof="0" dirty="0" smtClean="0">
                  <a:ln>
                    <a:noFill/>
                  </a:ln>
                  <a:solidFill>
                    <a:prstClr val="white">
                      <a:lumMod val="75000"/>
                    </a:prstClr>
                  </a:solidFill>
                  <a:effectLst/>
                  <a:uLnTx/>
                  <a:uFillTx/>
                  <a:latin typeface="Trebuchet MS" pitchFamily="34" charset="0"/>
                </a:rPr>
              </a:br>
              <a:r>
                <a:rPr kumimoji="0" lang="en-US" sz="2160" b="0" i="0" u="none" strike="noStrike" kern="1200" cap="none" spc="0" normalizeH="0" baseline="0" noProof="0" dirty="0" smtClean="0">
                  <a:ln>
                    <a:noFill/>
                  </a:ln>
                  <a:solidFill>
                    <a:prstClr val="white">
                      <a:lumMod val="75000"/>
                    </a:prstClr>
                  </a:solidFill>
                  <a:effectLst/>
                  <a:uLnTx/>
                  <a:uFillTx/>
                  <a:latin typeface="Trebuchet MS" pitchFamily="34" charset="0"/>
                </a:rPr>
                <a:t>The default template text offers a good starting point. Follow the conference requirements.</a:t>
              </a:r>
              <a:endParaRPr lang="en-US" sz="2160" b="0" baseline="0" dirty="0" smtClean="0">
                <a:solidFill>
                  <a:schemeClr val="bg1">
                    <a:lumMod val="75000"/>
                  </a:schemeClr>
                </a:solidFill>
                <a:latin typeface="Trebuchet MS" pitchFamily="34" charset="0"/>
              </a:endParaRPr>
            </a:p>
            <a:p>
              <a:pPr marL="1366507" lvl="2" indent="0" algn="l" defTabSz="102870"/>
              <a:endParaRPr lang="en-US" sz="2160" b="0" baseline="0" dirty="0" smtClean="0">
                <a:solidFill>
                  <a:schemeClr val="bg1">
                    <a:lumMod val="75000"/>
                  </a:schemeClr>
                </a:solidFill>
                <a:latin typeface="Trebuchet MS" pitchFamily="34" charset="0"/>
              </a:endParaRPr>
            </a:p>
            <a:p>
              <a:pPr algn="ctr"/>
              <a:r>
                <a:rPr lang="en-US" sz="2880" b="1" baseline="0" dirty="0" smtClean="0">
                  <a:solidFill>
                    <a:srgbClr val="FFC000"/>
                  </a:solidFill>
                  <a:latin typeface="Trebuchet MS" pitchFamily="34" charset="0"/>
                </a:rPr>
                <a:t>How to add Tables</a:t>
              </a:r>
            </a:p>
            <a:p>
              <a:pPr marL="1800225" lvl="1" indent="0" algn="l" defTabSz="102870"/>
              <a:r>
                <a:rPr lang="en-US" sz="2160" b="0" baseline="0" dirty="0" smtClean="0">
                  <a:solidFill>
                    <a:schemeClr val="bg1">
                      <a:lumMod val="75000"/>
                    </a:schemeClr>
                  </a:solidFill>
                  <a:latin typeface="Trebuchet MS" pitchFamily="34" charset="0"/>
                </a:rPr>
                <a:t>To add a table from scratch go to the INSERT menu and </a:t>
              </a:r>
              <a:br>
                <a:rPr lang="en-US" sz="2160" b="0" baseline="0" dirty="0" smtClean="0">
                  <a:solidFill>
                    <a:schemeClr val="bg1">
                      <a:lumMod val="75000"/>
                    </a:schemeClr>
                  </a:solidFill>
                  <a:latin typeface="Trebuchet MS" pitchFamily="34" charset="0"/>
                </a:rPr>
              </a:br>
              <a:r>
                <a:rPr lang="en-US" sz="2160" b="0" baseline="0" dirty="0" smtClean="0">
                  <a:solidFill>
                    <a:schemeClr val="bg1">
                      <a:lumMod val="75000"/>
                    </a:schemeClr>
                  </a:solidFill>
                  <a:latin typeface="Trebuchet MS" pitchFamily="34" charset="0"/>
                </a:rPr>
                <a:t>click on TABLE. A drop-down box will help you select rows and columns. </a:t>
              </a:r>
            </a:p>
            <a:p>
              <a:pPr marL="0" lvl="0" indent="0" algn="l" defTabSz="102870"/>
              <a:r>
                <a:rPr lang="en-US" sz="2160" b="0" baseline="0" dirty="0" smtClean="0">
                  <a:solidFill>
                    <a:schemeClr val="bg1">
                      <a:lumMod val="75000"/>
                    </a:schemeClr>
                  </a:solidFill>
                  <a:latin typeface="Trebuchet MS" pitchFamily="34" charset="0"/>
                </a:rPr>
                <a:t>You can also copy and a paste a table from Word or another PowerPoint document. A pasted table may need to be re-formatted by RIGHT-CLICK &gt; FORMAT SHAPE, TEXT BOX, Margins.</a:t>
              </a:r>
            </a:p>
            <a:p>
              <a:pPr marL="0" lvl="0" indent="0" algn="l" defTabSz="102870"/>
              <a:endParaRPr lang="en-US" sz="2160" b="0" baseline="0" dirty="0" smtClean="0">
                <a:solidFill>
                  <a:schemeClr val="bg1">
                    <a:lumMod val="75000"/>
                  </a:schemeClr>
                </a:solidFill>
                <a:latin typeface="Trebuchet MS" pitchFamily="34" charset="0"/>
              </a:endParaRPr>
            </a:p>
            <a:p>
              <a:pPr marL="0" marR="0" lvl="0" indent="0" algn="ctr" defTabSz="1366507" rtl="0" eaLnBrk="1" fontAlgn="auto" latinLnBrk="0" hangingPunct="1">
                <a:lnSpc>
                  <a:spcPct val="100000"/>
                </a:lnSpc>
                <a:spcBef>
                  <a:spcPts val="0"/>
                </a:spcBef>
                <a:spcAft>
                  <a:spcPts val="0"/>
                </a:spcAft>
                <a:buClrTx/>
                <a:buSzTx/>
                <a:buFontTx/>
                <a:buNone/>
                <a:tabLst/>
                <a:defRPr/>
              </a:pPr>
              <a:r>
                <a:rPr kumimoji="0" lang="en-US" sz="2880" b="1" i="0" u="none" strike="noStrike" kern="1200" cap="none" spc="0" normalizeH="0" baseline="0" noProof="0" dirty="0" smtClean="0">
                  <a:ln>
                    <a:noFill/>
                  </a:ln>
                  <a:solidFill>
                    <a:srgbClr val="FFC000"/>
                  </a:solidFill>
                  <a:effectLst/>
                  <a:uLnTx/>
                  <a:uFillTx/>
                  <a:latin typeface="Trebuchet MS" pitchFamily="34" charset="0"/>
                </a:rPr>
                <a:t>Graphs / Charts</a:t>
              </a:r>
            </a:p>
            <a:p>
              <a:pPr marL="0" marR="0" lvl="0" indent="0" algn="l" defTabSz="102870" rtl="0" eaLnBrk="1" fontAlgn="auto" latinLnBrk="0" hangingPunct="1">
                <a:lnSpc>
                  <a:spcPct val="100000"/>
                </a:lnSpc>
                <a:spcBef>
                  <a:spcPts val="0"/>
                </a:spcBef>
                <a:spcAft>
                  <a:spcPts val="0"/>
                </a:spcAft>
                <a:buClrTx/>
                <a:buSzTx/>
                <a:buFontTx/>
                <a:buNone/>
                <a:tabLst/>
                <a:defRPr/>
              </a:pPr>
              <a:r>
                <a:rPr kumimoji="0" lang="en-US" sz="2160" b="0" i="0" u="none" strike="noStrike" kern="1200" cap="none" spc="0" normalizeH="0" baseline="0" noProof="0" dirty="0" smtClean="0">
                  <a:ln>
                    <a:noFill/>
                  </a:ln>
                  <a:solidFill>
                    <a:prstClr val="white">
                      <a:lumMod val="75000"/>
                    </a:prstClr>
                  </a:solidFill>
                  <a:effectLst/>
                  <a:uLnTx/>
                  <a:uFillTx/>
                  <a:latin typeface="Trebuchet MS" pitchFamily="34" charset="0"/>
                </a:rPr>
                <a:t>You can simply copy and paste charts and graphs from Excel or Word. Some reformatting may be required depending on how the original document has been created.</a:t>
              </a:r>
            </a:p>
            <a:p>
              <a:pPr marL="0" marR="0" lvl="0" indent="0" algn="l" defTabSz="102870" rtl="0" eaLnBrk="1" fontAlgn="auto" latinLnBrk="0" hangingPunct="1">
                <a:lnSpc>
                  <a:spcPct val="100000"/>
                </a:lnSpc>
                <a:spcBef>
                  <a:spcPts val="0"/>
                </a:spcBef>
                <a:spcAft>
                  <a:spcPts val="0"/>
                </a:spcAft>
                <a:buClrTx/>
                <a:buSzTx/>
                <a:buFontTx/>
                <a:buNone/>
                <a:tabLst/>
                <a:defRPr/>
              </a:pPr>
              <a:endParaRPr kumimoji="0" lang="en-US" sz="2160" b="0" i="0" u="none" strike="noStrike" kern="1200" cap="none" spc="0" normalizeH="0" baseline="0" noProof="0" dirty="0" smtClean="0">
                <a:ln>
                  <a:noFill/>
                </a:ln>
                <a:solidFill>
                  <a:prstClr val="white">
                    <a:lumMod val="75000"/>
                  </a:prstClr>
                </a:solidFill>
                <a:effectLst/>
                <a:uLnTx/>
                <a:uFillTx/>
                <a:latin typeface="Trebuchet MS" pitchFamily="34" charset="0"/>
              </a:endParaRPr>
            </a:p>
            <a:p>
              <a:pPr marL="0" marR="0" lvl="0" indent="0" algn="ctr" defTabSz="1366507" rtl="0" eaLnBrk="1" fontAlgn="auto" latinLnBrk="0" hangingPunct="1">
                <a:lnSpc>
                  <a:spcPct val="100000"/>
                </a:lnSpc>
                <a:spcBef>
                  <a:spcPts val="0"/>
                </a:spcBef>
                <a:spcAft>
                  <a:spcPts val="0"/>
                </a:spcAft>
                <a:buClrTx/>
                <a:buSzTx/>
                <a:buFontTx/>
                <a:buNone/>
                <a:tabLst/>
                <a:defRPr/>
              </a:pPr>
              <a:r>
                <a:rPr kumimoji="0" lang="en-US" sz="2880" b="1" i="0" u="none" strike="noStrike" kern="1200" cap="none" spc="0" normalizeH="0" baseline="0" noProof="0" dirty="0" smtClean="0">
                  <a:ln>
                    <a:noFill/>
                  </a:ln>
                  <a:solidFill>
                    <a:srgbClr val="FFC000"/>
                  </a:solidFill>
                  <a:effectLst/>
                  <a:uLnTx/>
                  <a:uFillTx/>
                  <a:latin typeface="Trebuchet MS" pitchFamily="34" charset="0"/>
                </a:rPr>
                <a:t>How to change the column configuration</a:t>
              </a:r>
            </a:p>
            <a:p>
              <a:pPr marL="0" marR="0" lvl="0" indent="0" algn="l" defTabSz="102870" rtl="0" eaLnBrk="1" fontAlgn="auto" latinLnBrk="0" hangingPunct="1">
                <a:lnSpc>
                  <a:spcPct val="100000"/>
                </a:lnSpc>
                <a:spcBef>
                  <a:spcPts val="0"/>
                </a:spcBef>
                <a:spcAft>
                  <a:spcPts val="0"/>
                </a:spcAft>
                <a:buClrTx/>
                <a:buSzTx/>
                <a:buFontTx/>
                <a:buNone/>
                <a:tabLst/>
                <a:defRPr/>
              </a:pPr>
              <a:r>
                <a:rPr kumimoji="0" lang="en-US" sz="2160" b="0" i="0" u="none" strike="noStrike" kern="1200" cap="none" spc="0" normalizeH="0" baseline="0" noProof="0" dirty="0" smtClean="0">
                  <a:ln>
                    <a:noFill/>
                  </a:ln>
                  <a:solidFill>
                    <a:prstClr val="white">
                      <a:lumMod val="75000"/>
                    </a:prstClr>
                  </a:solidFill>
                  <a:effectLst/>
                  <a:uLnTx/>
                  <a:uFillTx/>
                  <a:latin typeface="Trebuchet MS" pitchFamily="34" charset="0"/>
                </a:rPr>
                <a:t>RIGHT-CLICK on the poster background and select LAYOUT to see the column options available for this template. The poster columns can also be customized on the Master. VIEW &gt; MASTER.</a:t>
              </a:r>
            </a:p>
            <a:p>
              <a:pPr marL="0" marR="0" lvl="0" indent="0" algn="ctr" defTabSz="1366507" rtl="0" eaLnBrk="1" fontAlgn="auto" latinLnBrk="0" hangingPunct="1">
                <a:lnSpc>
                  <a:spcPct val="100000"/>
                </a:lnSpc>
                <a:spcBef>
                  <a:spcPts val="0"/>
                </a:spcBef>
                <a:spcAft>
                  <a:spcPts val="0"/>
                </a:spcAft>
                <a:buClrTx/>
                <a:buSzTx/>
                <a:buFontTx/>
                <a:buNone/>
                <a:tabLst/>
                <a:defRPr/>
              </a:pPr>
              <a:endParaRPr kumimoji="0" lang="en-US" sz="2880" b="1" i="0" u="none" strike="noStrike" kern="1200" cap="none" spc="0" normalizeH="0" baseline="0" noProof="0" dirty="0" smtClean="0">
                <a:ln>
                  <a:noFill/>
                </a:ln>
                <a:solidFill>
                  <a:srgbClr val="FFC000"/>
                </a:solidFill>
                <a:effectLst/>
                <a:uLnTx/>
                <a:uFillTx/>
                <a:latin typeface="Trebuchet MS" pitchFamily="34" charset="0"/>
              </a:endParaRPr>
            </a:p>
            <a:p>
              <a:pPr marL="0" marR="0" lvl="0" indent="0" algn="ctr" defTabSz="1366507" rtl="0" eaLnBrk="1" fontAlgn="auto" latinLnBrk="0" hangingPunct="1">
                <a:lnSpc>
                  <a:spcPct val="100000"/>
                </a:lnSpc>
                <a:spcBef>
                  <a:spcPts val="0"/>
                </a:spcBef>
                <a:spcAft>
                  <a:spcPts val="0"/>
                </a:spcAft>
                <a:buClrTx/>
                <a:buSzTx/>
                <a:buFontTx/>
                <a:buNone/>
                <a:tabLst/>
                <a:defRPr/>
              </a:pPr>
              <a:r>
                <a:rPr kumimoji="0" lang="en-US" sz="2880" b="1" i="0" u="none" strike="noStrike" kern="1200" cap="none" spc="0" normalizeH="0" baseline="0" noProof="0" dirty="0" smtClean="0">
                  <a:ln>
                    <a:noFill/>
                  </a:ln>
                  <a:solidFill>
                    <a:srgbClr val="FFC000"/>
                  </a:solidFill>
                  <a:effectLst/>
                  <a:uLnTx/>
                  <a:uFillTx/>
                  <a:latin typeface="Trebuchet MS" pitchFamily="34" charset="0"/>
                </a:rPr>
                <a:t>How to remove the info bars</a:t>
              </a:r>
            </a:p>
            <a:p>
              <a:pPr marL="0" marR="0" lvl="0" indent="0" algn="l" defTabSz="102870" rtl="0" eaLnBrk="1" fontAlgn="auto" latinLnBrk="0" hangingPunct="1">
                <a:lnSpc>
                  <a:spcPct val="100000"/>
                </a:lnSpc>
                <a:spcBef>
                  <a:spcPts val="0"/>
                </a:spcBef>
                <a:spcAft>
                  <a:spcPts val="0"/>
                </a:spcAft>
                <a:buClrTx/>
                <a:buSzTx/>
                <a:buFontTx/>
                <a:buNone/>
                <a:tabLst/>
                <a:defRPr/>
              </a:pPr>
              <a:r>
                <a:rPr kumimoji="0" lang="en-US" sz="2160" b="0" i="0" u="none" strike="noStrike" kern="1200" cap="none" spc="0" normalizeH="0" baseline="0" noProof="0" dirty="0" smtClean="0">
                  <a:ln>
                    <a:noFill/>
                  </a:ln>
                  <a:solidFill>
                    <a:prstClr val="white">
                      <a:lumMod val="75000"/>
                    </a:prstClr>
                  </a:solidFill>
                  <a:effectLst/>
                  <a:uLnTx/>
                  <a:uFillTx/>
                  <a:latin typeface="Trebuchet MS" pitchFamily="34" charset="0"/>
                </a:rPr>
                <a:t>If you are working in PowerPoint for Windows and have finished your poster, save as PDF and the bars will not be included. You can also delete them by going to VIEW &gt; MASTER. On the Mac adjust the Page-Setup to match the Page-Setup in PowerPoint before you create a PDF. You can also delete them from the Slide Master.</a:t>
              </a:r>
            </a:p>
            <a:p>
              <a:pPr marL="0" marR="0" lvl="0" indent="0" algn="l" defTabSz="102870" rtl="0" eaLnBrk="1" fontAlgn="auto" latinLnBrk="0" hangingPunct="1">
                <a:lnSpc>
                  <a:spcPct val="100000"/>
                </a:lnSpc>
                <a:spcBef>
                  <a:spcPts val="0"/>
                </a:spcBef>
                <a:spcAft>
                  <a:spcPts val="0"/>
                </a:spcAft>
                <a:buClrTx/>
                <a:buSzTx/>
                <a:buFontTx/>
                <a:buNone/>
                <a:tabLst/>
                <a:defRPr/>
              </a:pPr>
              <a:endParaRPr kumimoji="0" lang="en-US" sz="2160" b="0" i="0" u="none" strike="noStrike" kern="1200" cap="none" spc="0" normalizeH="0" baseline="0" noProof="0" dirty="0" smtClean="0">
                <a:ln>
                  <a:noFill/>
                </a:ln>
                <a:solidFill>
                  <a:prstClr val="white">
                    <a:lumMod val="75000"/>
                  </a:prstClr>
                </a:solidFill>
                <a:effectLst/>
                <a:uLnTx/>
                <a:uFillTx/>
                <a:latin typeface="Trebuchet MS" pitchFamily="34" charset="0"/>
              </a:endParaRPr>
            </a:p>
            <a:p>
              <a:pPr marL="0" marR="0" lvl="0" indent="0" algn="ctr" defTabSz="1366507" rtl="0" eaLnBrk="1" fontAlgn="auto" latinLnBrk="0" hangingPunct="1">
                <a:lnSpc>
                  <a:spcPct val="100000"/>
                </a:lnSpc>
                <a:spcBef>
                  <a:spcPts val="0"/>
                </a:spcBef>
                <a:spcAft>
                  <a:spcPts val="0"/>
                </a:spcAft>
                <a:buClrTx/>
                <a:buSzTx/>
                <a:buFontTx/>
                <a:buNone/>
                <a:tabLst/>
                <a:defRPr/>
              </a:pPr>
              <a:r>
                <a:rPr kumimoji="0" lang="en-US" sz="2880" b="1" i="0" u="none" strike="noStrike" kern="1200" cap="none" spc="0" normalizeH="0" baseline="0" noProof="0" dirty="0" smtClean="0">
                  <a:ln>
                    <a:noFill/>
                  </a:ln>
                  <a:solidFill>
                    <a:srgbClr val="FFC000"/>
                  </a:solidFill>
                  <a:effectLst/>
                  <a:uLnTx/>
                  <a:uFillTx/>
                  <a:latin typeface="Trebuchet MS" pitchFamily="34" charset="0"/>
                </a:rPr>
                <a:t>Save your work</a:t>
              </a:r>
            </a:p>
            <a:p>
              <a:pPr marL="0" marR="0" lvl="0" indent="0" algn="l" defTabSz="102870" rtl="0" eaLnBrk="1" fontAlgn="auto" latinLnBrk="0" hangingPunct="1">
                <a:lnSpc>
                  <a:spcPct val="100000"/>
                </a:lnSpc>
                <a:spcBef>
                  <a:spcPts val="0"/>
                </a:spcBef>
                <a:spcAft>
                  <a:spcPts val="0"/>
                </a:spcAft>
                <a:buClrTx/>
                <a:buSzTx/>
                <a:buFontTx/>
                <a:buNone/>
                <a:tabLst/>
                <a:defRPr/>
              </a:pPr>
              <a:r>
                <a:rPr kumimoji="0" lang="en-US" sz="2160" b="0" i="0" u="none" strike="noStrike" kern="1200" cap="none" spc="0" normalizeH="0" baseline="0" noProof="0" dirty="0" smtClean="0">
                  <a:ln>
                    <a:noFill/>
                  </a:ln>
                  <a:solidFill>
                    <a:prstClr val="white">
                      <a:lumMod val="75000"/>
                    </a:prstClr>
                  </a:solidFill>
                  <a:effectLst/>
                  <a:uLnTx/>
                  <a:uFillTx/>
                  <a:latin typeface="Trebuchet MS" pitchFamily="34" charset="0"/>
                </a:rPr>
                <a:t>Save your template as a PowerPoint document. For printing, save as PowerPoint or “Print-quality” PDF.</a:t>
              </a:r>
            </a:p>
            <a:p>
              <a:pPr marL="0" marR="0" lvl="0" indent="0" algn="l" defTabSz="102870" rtl="0" eaLnBrk="1" fontAlgn="auto" latinLnBrk="0" hangingPunct="1">
                <a:lnSpc>
                  <a:spcPct val="100000"/>
                </a:lnSpc>
                <a:spcBef>
                  <a:spcPts val="0"/>
                </a:spcBef>
                <a:spcAft>
                  <a:spcPts val="0"/>
                </a:spcAft>
                <a:buClrTx/>
                <a:buSzTx/>
                <a:buFontTx/>
                <a:buNone/>
                <a:tabLst/>
                <a:defRPr/>
              </a:pPr>
              <a:endParaRPr lang="en-US" sz="2160" b="0" baseline="0" dirty="0" smtClean="0">
                <a:solidFill>
                  <a:schemeClr val="bg1">
                    <a:lumMod val="75000"/>
                  </a:schemeClr>
                </a:solidFill>
                <a:latin typeface="Trebuchet MS" pitchFamily="34" charset="0"/>
              </a:endParaRPr>
            </a:p>
            <a:p>
              <a:pPr marL="0" marR="0" lvl="0" indent="0" algn="ctr" defTabSz="1366507" rtl="0" eaLnBrk="1" fontAlgn="auto" latinLnBrk="0" hangingPunct="1">
                <a:lnSpc>
                  <a:spcPct val="100000"/>
                </a:lnSpc>
                <a:spcBef>
                  <a:spcPts val="0"/>
                </a:spcBef>
                <a:spcAft>
                  <a:spcPts val="0"/>
                </a:spcAft>
                <a:buClrTx/>
                <a:buSzTx/>
                <a:buFontTx/>
                <a:buNone/>
                <a:tabLst/>
                <a:defRPr/>
              </a:pPr>
              <a:r>
                <a:rPr kumimoji="0" lang="en-US" sz="2880" b="1" i="0" u="none" strike="noStrike" kern="1200" cap="none" spc="0" normalizeH="0" baseline="0" noProof="0" dirty="0" smtClean="0">
                  <a:ln>
                    <a:noFill/>
                  </a:ln>
                  <a:solidFill>
                    <a:srgbClr val="FFC000"/>
                  </a:solidFill>
                  <a:effectLst/>
                  <a:uLnTx/>
                  <a:uFillTx/>
                  <a:latin typeface="Trebuchet MS" pitchFamily="34" charset="0"/>
                </a:rPr>
                <a:t>Print your poster</a:t>
              </a:r>
            </a:p>
            <a:p>
              <a:pPr marL="0" marR="0" lvl="0" indent="0" algn="l" defTabSz="102870" rtl="0" eaLnBrk="1" fontAlgn="auto" latinLnBrk="0" hangingPunct="1">
                <a:lnSpc>
                  <a:spcPct val="100000"/>
                </a:lnSpc>
                <a:spcBef>
                  <a:spcPts val="0"/>
                </a:spcBef>
                <a:spcAft>
                  <a:spcPts val="0"/>
                </a:spcAft>
                <a:buClrTx/>
                <a:buSzTx/>
                <a:buFontTx/>
                <a:buNone/>
                <a:tabLst/>
                <a:defRPr/>
              </a:pPr>
              <a:r>
                <a:rPr kumimoji="0" lang="en-US" sz="2160" b="0" i="0" u="none" strike="noStrike" kern="1200" cap="none" spc="0" normalizeH="0" baseline="0" noProof="0" dirty="0" smtClean="0">
                  <a:ln>
                    <a:noFill/>
                  </a:ln>
                  <a:solidFill>
                    <a:prstClr val="white">
                      <a:lumMod val="75000"/>
                    </a:prstClr>
                  </a:solidFill>
                  <a:effectLst/>
                  <a:uLnTx/>
                  <a:uFillTx/>
                  <a:latin typeface="Trebuchet MS" pitchFamily="34" charset="0"/>
                </a:rPr>
                <a:t>When you are ready to have your poster printed go online to PosterPresentations.com and click on the “Order Your Poster” button. Choose the poster type the best suits your needs and submit your order. If you submit a PowerPoint document you will be receiving a PDF proof for your approval prior to printing. If your order is placed and paid for before noon, Pacific, Monday through Friday, your order will ship out that same day. Next day, Second day, Third day, and Free Ground services are offered. Go to PosterPresentations.com for more information.</a:t>
              </a:r>
            </a:p>
            <a:p>
              <a:pPr marL="0" marR="0" lvl="0" indent="0" algn="l" defTabSz="102870" rtl="0" eaLnBrk="1" fontAlgn="auto" latinLnBrk="0" hangingPunct="1">
                <a:lnSpc>
                  <a:spcPct val="100000"/>
                </a:lnSpc>
                <a:spcBef>
                  <a:spcPts val="0"/>
                </a:spcBef>
                <a:spcAft>
                  <a:spcPts val="0"/>
                </a:spcAft>
                <a:buClrTx/>
                <a:buSzTx/>
                <a:buFontTx/>
                <a:buNone/>
                <a:tabLst/>
                <a:defRPr/>
              </a:pPr>
              <a:endParaRPr kumimoji="0" lang="en-US" sz="2520" b="0" i="0" u="none" strike="noStrike" kern="1200" cap="none" spc="0" normalizeH="0" baseline="0" noProof="0" dirty="0" smtClean="0">
                <a:ln>
                  <a:noFill/>
                </a:ln>
                <a:solidFill>
                  <a:prstClr val="white">
                    <a:lumMod val="75000"/>
                  </a:prstClr>
                </a:solidFill>
                <a:effectLst/>
                <a:uLnTx/>
                <a:uFillTx/>
                <a:latin typeface="Trebuchet MS" pitchFamily="34" charset="0"/>
              </a:endParaRPr>
            </a:p>
          </p:txBody>
        </p:sp>
        <p:graphicFrame>
          <p:nvGraphicFramePr>
            <p:cNvPr id="56" name="Object 55"/>
            <p:cNvGraphicFramePr>
              <a:graphicFrameLocks noChangeAspect="1"/>
            </p:cNvGraphicFramePr>
            <p:nvPr userDrawn="1">
              <p:extLst>
                <p:ext uri="{D42A27DB-BD31-4B8C-83A1-F6EECF244321}">
                  <p14:modId xmlns:p14="http://schemas.microsoft.com/office/powerpoint/2010/main" val="2737471570"/>
                </p:ext>
              </p:extLst>
            </p:nvPr>
          </p:nvGraphicFramePr>
          <p:xfrm>
            <a:off x="46871237" y="3286607"/>
            <a:ext cx="5586150" cy="2063772"/>
          </p:xfrm>
          <a:graphic>
            <a:graphicData uri="http://schemas.openxmlformats.org/presentationml/2006/ole">
              <mc:AlternateContent xmlns:mc="http://schemas.openxmlformats.org/markup-compatibility/2006">
                <mc:Choice xmlns:v="urn:schemas-microsoft-com:vml" Requires="v">
                  <p:oleObj spid="_x0000_s1189" name="Image" r:id="rId12" imgW="4571280" imgH="1688760" progId="Photoshop.Image.13">
                    <p:embed/>
                  </p:oleObj>
                </mc:Choice>
                <mc:Fallback>
                  <p:oleObj name="Image" r:id="rId12" imgW="4571280" imgH="1688760" progId="Photoshop.Image.13">
                    <p:embed/>
                    <p:pic>
                      <p:nvPicPr>
                        <p:cNvPr id="0" name=""/>
                        <p:cNvPicPr/>
                        <p:nvPr/>
                      </p:nvPicPr>
                      <p:blipFill>
                        <a:blip r:embed="rId13"/>
                        <a:stretch>
                          <a:fillRect/>
                        </a:stretch>
                      </p:blipFill>
                      <p:spPr>
                        <a:xfrm>
                          <a:off x="46871237" y="3286607"/>
                          <a:ext cx="5586150" cy="2063772"/>
                        </a:xfrm>
                        <a:prstGeom prst="rect">
                          <a:avLst/>
                        </a:prstGeom>
                      </p:spPr>
                    </p:pic>
                  </p:oleObj>
                </mc:Fallback>
              </mc:AlternateContent>
            </a:graphicData>
          </a:graphic>
        </p:graphicFrame>
        <p:pic>
          <p:nvPicPr>
            <p:cNvPr id="57" name="Picture 56"/>
            <p:cNvPicPr>
              <a:picLocks noChangeAspect="1"/>
            </p:cNvPicPr>
            <p:nvPr userDrawn="1"/>
          </p:nvPicPr>
          <p:blipFill>
            <a:blip r:embed="rId14"/>
            <a:stretch>
              <a:fillRect/>
            </a:stretch>
          </p:blipFill>
          <p:spPr>
            <a:xfrm>
              <a:off x="44487207" y="7579895"/>
              <a:ext cx="2969584" cy="1370577"/>
            </a:xfrm>
            <a:prstGeom prst="rect">
              <a:avLst/>
            </a:prstGeom>
            <a:ln>
              <a:noFill/>
            </a:ln>
          </p:spPr>
        </p:pic>
        <p:graphicFrame>
          <p:nvGraphicFramePr>
            <p:cNvPr id="58" name="Object 57"/>
            <p:cNvGraphicFramePr>
              <a:graphicFrameLocks noChangeAspect="1"/>
            </p:cNvGraphicFramePr>
            <p:nvPr userDrawn="1">
              <p:extLst>
                <p:ext uri="{D42A27DB-BD31-4B8C-83A1-F6EECF244321}">
                  <p14:modId xmlns:p14="http://schemas.microsoft.com/office/powerpoint/2010/main" val="2662991869"/>
                </p:ext>
              </p:extLst>
            </p:nvPr>
          </p:nvGraphicFramePr>
          <p:xfrm>
            <a:off x="44629619" y="11328671"/>
            <a:ext cx="1482266" cy="992162"/>
          </p:xfrm>
          <a:graphic>
            <a:graphicData uri="http://schemas.openxmlformats.org/presentationml/2006/ole">
              <mc:AlternateContent xmlns:mc="http://schemas.openxmlformats.org/markup-compatibility/2006">
                <mc:Choice xmlns:v="urn:schemas-microsoft-com:vml" Requires="v">
                  <p:oleObj spid="_x0000_s1190" name="Image" r:id="rId15" imgW="1574280" imgH="1053720" progId="Photoshop.Image.13">
                    <p:embed/>
                  </p:oleObj>
                </mc:Choice>
                <mc:Fallback>
                  <p:oleObj name="Image" r:id="rId15" imgW="1574280" imgH="1053720" progId="Photoshop.Image.13">
                    <p:embed/>
                    <p:pic>
                      <p:nvPicPr>
                        <p:cNvPr id="0" name=""/>
                        <p:cNvPicPr/>
                        <p:nvPr/>
                      </p:nvPicPr>
                      <p:blipFill>
                        <a:blip r:embed="rId16"/>
                        <a:stretch>
                          <a:fillRect/>
                        </a:stretch>
                      </p:blipFill>
                      <p:spPr>
                        <a:xfrm>
                          <a:off x="44629619" y="11328671"/>
                          <a:ext cx="1482266" cy="992162"/>
                        </a:xfrm>
                        <a:prstGeom prst="rect">
                          <a:avLst/>
                        </a:prstGeom>
                      </p:spPr>
                    </p:pic>
                  </p:oleObj>
                </mc:Fallback>
              </mc:AlternateContent>
            </a:graphicData>
          </a:graphic>
        </p:graphicFrame>
        <p:grpSp>
          <p:nvGrpSpPr>
            <p:cNvPr id="59" name="Group 58"/>
            <p:cNvGrpSpPr/>
            <p:nvPr userDrawn="1"/>
          </p:nvGrpSpPr>
          <p:grpSpPr>
            <a:xfrm>
              <a:off x="44487207" y="29414560"/>
              <a:ext cx="10354213" cy="1265612"/>
              <a:chOff x="44200453" y="28362386"/>
              <a:chExt cx="9771399" cy="1090622"/>
            </a:xfrm>
          </p:grpSpPr>
          <p:sp>
            <p:nvSpPr>
              <p:cNvPr id="61" name="Rounded Rectangle 60"/>
              <p:cNvSpPr/>
              <p:nvPr userDrawn="1"/>
            </p:nvSpPr>
            <p:spPr>
              <a:xfrm>
                <a:off x="44200453" y="28362386"/>
                <a:ext cx="9771398" cy="1090622"/>
              </a:xfrm>
              <a:prstGeom prst="round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6660"/>
              </a:p>
            </p:txBody>
          </p:sp>
          <p:pic>
            <p:nvPicPr>
              <p:cNvPr id="62" name="Picture 7" descr="http://t2.gstatic.com/images?q=tbn:ANd9GcR4APHC6TT9w54M2zn_pvCiBxUNcspYPoVxirLRphBoJabfSvu7zw">
                <a:hlinkClick r:id="rId17"/>
              </p:cNvPr>
              <p:cNvPicPr>
                <a:picLocks noChangeAspect="1" noChangeArrowheads="1"/>
              </p:cNvPicPr>
              <p:nvPr userDrawn="1"/>
            </p:nvPicPr>
            <p:blipFill>
              <a:blip r:embed="rId18" cstate="print"/>
              <a:srcRect/>
              <a:stretch>
                <a:fillRect/>
              </a:stretch>
            </p:blipFill>
            <p:spPr bwMode="auto">
              <a:xfrm>
                <a:off x="44326393" y="28460718"/>
                <a:ext cx="914401" cy="914399"/>
              </a:xfrm>
              <a:prstGeom prst="rect">
                <a:avLst/>
              </a:prstGeom>
              <a:noFill/>
              <a:ln>
                <a:noFill/>
              </a:ln>
            </p:spPr>
          </p:pic>
          <p:sp>
            <p:nvSpPr>
              <p:cNvPr id="63" name="TextBox 62"/>
              <p:cNvSpPr txBox="1"/>
              <p:nvPr userDrawn="1"/>
            </p:nvSpPr>
            <p:spPr>
              <a:xfrm>
                <a:off x="45300663" y="28552305"/>
                <a:ext cx="8671189" cy="652787"/>
              </a:xfrm>
              <a:prstGeom prst="rect">
                <a:avLst/>
              </a:prstGeom>
              <a:noFill/>
              <a:ln>
                <a:noFill/>
              </a:ln>
            </p:spPr>
            <p:txBody>
              <a:bodyPr wrap="square" rtlCol="0">
                <a:spAutoFit/>
              </a:bodyPr>
              <a:lstStyle/>
              <a:p>
                <a:r>
                  <a:rPr lang="en-US" sz="2160" dirty="0" smtClean="0">
                    <a:solidFill>
                      <a:schemeClr val="tx2"/>
                    </a:solidFill>
                    <a:latin typeface="Trebuchet MS" pitchFamily="34" charset="0"/>
                  </a:rPr>
                  <a:t>Student</a:t>
                </a:r>
                <a:r>
                  <a:rPr lang="en-US" sz="2160" baseline="0" dirty="0" smtClean="0">
                    <a:solidFill>
                      <a:schemeClr val="tx2"/>
                    </a:solidFill>
                    <a:latin typeface="Trebuchet MS" pitchFamily="34" charset="0"/>
                  </a:rPr>
                  <a:t> discounts are available on our </a:t>
                </a:r>
                <a:r>
                  <a:rPr lang="en-US" sz="2160" baseline="0" dirty="0" err="1" smtClean="0">
                    <a:solidFill>
                      <a:schemeClr val="tx2"/>
                    </a:solidFill>
                    <a:latin typeface="Trebuchet MS" pitchFamily="34" charset="0"/>
                  </a:rPr>
                  <a:t>Facebook</a:t>
                </a:r>
                <a:r>
                  <a:rPr lang="en-US" sz="2160" baseline="0" dirty="0" smtClean="0">
                    <a:solidFill>
                      <a:schemeClr val="tx2"/>
                    </a:solidFill>
                    <a:latin typeface="Trebuchet MS" pitchFamily="34" charset="0"/>
                  </a:rPr>
                  <a:t> page.</a:t>
                </a:r>
                <a:br>
                  <a:rPr lang="en-US" sz="2160" baseline="0" dirty="0" smtClean="0">
                    <a:solidFill>
                      <a:schemeClr val="tx2"/>
                    </a:solidFill>
                    <a:latin typeface="Trebuchet MS" pitchFamily="34" charset="0"/>
                  </a:rPr>
                </a:br>
                <a:r>
                  <a:rPr lang="en-US" sz="2160" baseline="0" dirty="0" smtClean="0">
                    <a:solidFill>
                      <a:schemeClr val="tx2"/>
                    </a:solidFill>
                    <a:latin typeface="Trebuchet MS" pitchFamily="34" charset="0"/>
                  </a:rPr>
                  <a:t>Go to </a:t>
                </a:r>
                <a:r>
                  <a:rPr lang="en-US" sz="2160" u="sng" baseline="0" dirty="0" smtClean="0">
                    <a:solidFill>
                      <a:schemeClr val="tx2"/>
                    </a:solidFill>
                    <a:latin typeface="Trebuchet MS" pitchFamily="34" charset="0"/>
                  </a:rPr>
                  <a:t>PosterPresentations.com</a:t>
                </a:r>
                <a:r>
                  <a:rPr lang="en-US" sz="2160" baseline="0" dirty="0" smtClean="0">
                    <a:solidFill>
                      <a:schemeClr val="tx2"/>
                    </a:solidFill>
                    <a:latin typeface="Trebuchet MS" pitchFamily="34" charset="0"/>
                  </a:rPr>
                  <a:t> and click on the FB icon. </a:t>
                </a:r>
                <a:endParaRPr lang="en-US" sz="2160" dirty="0">
                  <a:solidFill>
                    <a:schemeClr val="tx2"/>
                  </a:solidFill>
                  <a:latin typeface="Trebuchet MS" pitchFamily="34" charset="0"/>
                </a:endParaRPr>
              </a:p>
            </p:txBody>
          </p:sp>
        </p:grpSp>
        <p:sp>
          <p:nvSpPr>
            <p:cNvPr id="60" name="TextBox 59"/>
            <p:cNvSpPr txBox="1"/>
            <p:nvPr userDrawn="1"/>
          </p:nvSpPr>
          <p:spPr>
            <a:xfrm>
              <a:off x="44487207" y="31169782"/>
              <a:ext cx="6870215" cy="1246402"/>
            </a:xfrm>
            <a:prstGeom prst="rect">
              <a:avLst/>
            </a:prstGeom>
            <a:noFill/>
          </p:spPr>
          <p:txBody>
            <a:bodyPr wrap="square" lIns="65304" tIns="32651" rIns="65304" bIns="32651" rtlCol="0">
              <a:spAutoFit/>
            </a:bodyPr>
            <a:lstStyle/>
            <a:p>
              <a:pPr marL="260033" indent="-260033">
                <a:lnSpc>
                  <a:spcPts val="2340"/>
                </a:lnSpc>
              </a:pPr>
              <a:r>
                <a:rPr lang="en-US" sz="2520" dirty="0" smtClean="0">
                  <a:solidFill>
                    <a:schemeClr val="bg1"/>
                  </a:solidFill>
                </a:rPr>
                <a:t>©2015</a:t>
              </a:r>
              <a:r>
                <a:rPr lang="en-US" sz="2520" baseline="0" dirty="0" smtClean="0">
                  <a:solidFill>
                    <a:schemeClr val="bg1"/>
                  </a:solidFill>
                </a:rPr>
                <a:t> </a:t>
              </a:r>
              <a:r>
                <a:rPr lang="en-US" sz="2520" dirty="0" smtClean="0">
                  <a:solidFill>
                    <a:schemeClr val="bg1"/>
                  </a:solidFill>
                </a:rPr>
                <a:t>PosterPresentations.com</a:t>
              </a:r>
              <a:br>
                <a:rPr lang="en-US" sz="2520" dirty="0" smtClean="0">
                  <a:solidFill>
                    <a:schemeClr val="bg1"/>
                  </a:solidFill>
                </a:rPr>
              </a:br>
              <a:r>
                <a:rPr lang="en-US" sz="2160" dirty="0" smtClean="0">
                  <a:solidFill>
                    <a:schemeClr val="bg1"/>
                  </a:solidFill>
                </a:rPr>
                <a:t>2117 Fourth Street ,</a:t>
              </a:r>
              <a:r>
                <a:rPr lang="en-US" sz="2160" baseline="0" dirty="0" smtClean="0">
                  <a:solidFill>
                    <a:schemeClr val="bg1"/>
                  </a:solidFill>
                </a:rPr>
                <a:t> Unit C        </a:t>
              </a:r>
            </a:p>
            <a:p>
              <a:pPr marL="260033" indent="0">
                <a:lnSpc>
                  <a:spcPts val="2340"/>
                </a:lnSpc>
              </a:pPr>
              <a:r>
                <a:rPr lang="en-US" sz="2160" baseline="0" dirty="0" smtClean="0">
                  <a:solidFill>
                    <a:schemeClr val="bg1"/>
                  </a:solidFill>
                </a:rPr>
                <a:t>Berkeley CA </a:t>
              </a:r>
              <a:r>
                <a:rPr lang="en-US" sz="1800" baseline="0" dirty="0" smtClean="0">
                  <a:solidFill>
                    <a:schemeClr val="bg1"/>
                  </a:solidFill>
                </a:rPr>
                <a:t>94710</a:t>
              </a:r>
              <a:r>
                <a:rPr lang="en-US" sz="2160" baseline="0" dirty="0" smtClean="0">
                  <a:solidFill>
                    <a:schemeClr val="bg1"/>
                  </a:solidFill>
                </a:rPr>
                <a:t/>
              </a:r>
              <a:br>
                <a:rPr lang="en-US" sz="2160" baseline="0" dirty="0" smtClean="0">
                  <a:solidFill>
                    <a:schemeClr val="bg1"/>
                  </a:solidFill>
                </a:rPr>
              </a:br>
              <a:r>
                <a:rPr lang="en-US" sz="2160" b="1" baseline="0" dirty="0" smtClean="0">
                  <a:solidFill>
                    <a:srgbClr val="FFFF00"/>
                  </a:solidFill>
                </a:rPr>
                <a:t>posterpresenter@gmail.com</a:t>
              </a:r>
              <a:endParaRPr lang="en-US" sz="2520" b="1" dirty="0">
                <a:solidFill>
                  <a:srgbClr val="FFFF00"/>
                </a:solidFill>
              </a:endParaRPr>
            </a:p>
          </p:txBody>
        </p:sp>
      </p:grpSp>
      <p:sp>
        <p:nvSpPr>
          <p:cNvPr id="36" name="Text Box 14"/>
          <p:cNvSpPr txBox="1">
            <a:spLocks noChangeArrowheads="1"/>
          </p:cNvSpPr>
          <p:nvPr userDrawn="1"/>
        </p:nvSpPr>
        <p:spPr bwMode="auto">
          <a:xfrm>
            <a:off x="1129101" y="32295539"/>
            <a:ext cx="2366237" cy="268504"/>
          </a:xfrm>
          <a:prstGeom prst="rect">
            <a:avLst/>
          </a:prstGeom>
          <a:noFill/>
          <a:ln w="9525">
            <a:noFill/>
            <a:miter lim="800000"/>
            <a:headEnd/>
            <a:tailEnd/>
          </a:ln>
          <a:effectLst/>
        </p:spPr>
        <p:txBody>
          <a:bodyPr wrap="square" lIns="70467" tIns="35227" rIns="70467" bIns="35227">
            <a:spAutoFit/>
          </a:bodyPr>
          <a:lstStyle/>
          <a:p>
            <a:pPr eaLnBrk="0" hangingPunct="0">
              <a:lnSpc>
                <a:spcPct val="65000"/>
              </a:lnSpc>
              <a:spcBef>
                <a:spcPct val="50000"/>
              </a:spcBef>
              <a:defRPr/>
            </a:pPr>
            <a:r>
              <a:rPr lang="en-US" sz="540" b="1" dirty="0" smtClean="0">
                <a:solidFill>
                  <a:schemeClr val="bg1">
                    <a:lumMod val="75000"/>
                  </a:schemeClr>
                </a:solidFill>
                <a:latin typeface="Arial" charset="0"/>
              </a:rPr>
              <a:t>RESEARCH POSTER PRESENTATION </a:t>
            </a:r>
            <a:r>
              <a:rPr lang="en-US" sz="540" b="1" dirty="0">
                <a:solidFill>
                  <a:schemeClr val="bg1">
                    <a:lumMod val="75000"/>
                  </a:schemeClr>
                </a:solidFill>
                <a:latin typeface="Arial" charset="0"/>
              </a:rPr>
              <a:t>DESIGN © </a:t>
            </a:r>
            <a:r>
              <a:rPr lang="en-US" sz="540" b="1" dirty="0" smtClean="0">
                <a:solidFill>
                  <a:schemeClr val="bg1">
                    <a:lumMod val="75000"/>
                  </a:schemeClr>
                </a:solidFill>
                <a:latin typeface="Arial" charset="0"/>
              </a:rPr>
              <a:t>2015</a:t>
            </a:r>
            <a:endParaRPr lang="en-US" sz="540" b="1" dirty="0">
              <a:solidFill>
                <a:schemeClr val="bg1">
                  <a:lumMod val="75000"/>
                </a:schemeClr>
              </a:solidFill>
              <a:latin typeface="Arial" charset="0"/>
            </a:endParaRPr>
          </a:p>
          <a:p>
            <a:pPr eaLnBrk="0" hangingPunct="0">
              <a:lnSpc>
                <a:spcPct val="65000"/>
              </a:lnSpc>
              <a:spcBef>
                <a:spcPct val="50000"/>
              </a:spcBef>
              <a:defRPr/>
            </a:pPr>
            <a:r>
              <a:rPr lang="en-US" sz="810" b="1" dirty="0">
                <a:solidFill>
                  <a:schemeClr val="bg1">
                    <a:lumMod val="75000"/>
                  </a:schemeClr>
                </a:solidFill>
                <a:latin typeface="Arial" charset="0"/>
              </a:rPr>
              <a:t>www.PosterPresentations.com</a:t>
            </a:r>
          </a:p>
        </p:txBody>
      </p:sp>
    </p:spTree>
  </p:cSld>
  <p:clrMap bg1="lt1" tx1="dk1" bg2="lt2" tx2="dk2" accent1="accent1" accent2="accent2" accent3="accent3" accent4="accent4" accent5="accent5" accent6="accent6" hlink="hlink" folHlink="folHlink"/>
  <p:sldLayoutIdLst>
    <p:sldLayoutId id="2147483659" r:id="rId1"/>
  </p:sldLayoutIdLst>
  <p:timing>
    <p:tnLst>
      <p:par>
        <p:cTn id="1" dur="indefinite" restart="never" nodeType="tmRoot"/>
      </p:par>
    </p:tnLst>
  </p:timing>
  <p:txStyles>
    <p:titleStyle>
      <a:lvl1pPr algn="ctr" defTabSz="3388829" rtl="0" eaLnBrk="1" latinLnBrk="0" hangingPunct="1">
        <a:spcBef>
          <a:spcPct val="0"/>
        </a:spcBef>
        <a:buNone/>
        <a:defRPr sz="6750" kern="1200">
          <a:solidFill>
            <a:schemeClr val="bg1"/>
          </a:solidFill>
          <a:latin typeface="Trebuchet MS" pitchFamily="34" charset="0"/>
          <a:ea typeface="+mj-ea"/>
          <a:cs typeface="+mj-cs"/>
        </a:defRPr>
      </a:lvl1pPr>
    </p:titleStyle>
    <p:bodyStyle>
      <a:lvl1pPr marL="1270811" indent="-1270811" algn="l" defTabSz="3388829" rtl="0" eaLnBrk="1" latinLnBrk="0" hangingPunct="1">
        <a:spcBef>
          <a:spcPct val="20000"/>
        </a:spcBef>
        <a:buFont typeface="Arial" pitchFamily="34" charset="0"/>
        <a:buChar char="•"/>
        <a:defRPr sz="11880" kern="1200">
          <a:solidFill>
            <a:schemeClr val="tx1"/>
          </a:solidFill>
          <a:latin typeface="+mn-lt"/>
          <a:ea typeface="+mn-ea"/>
          <a:cs typeface="+mn-cs"/>
        </a:defRPr>
      </a:lvl1pPr>
      <a:lvl2pPr marL="2753424" indent="-1059009" algn="l" defTabSz="3388829" rtl="0" eaLnBrk="1" latinLnBrk="0" hangingPunct="1">
        <a:spcBef>
          <a:spcPct val="20000"/>
        </a:spcBef>
        <a:buFont typeface="Arial" pitchFamily="34" charset="0"/>
        <a:buChar char="–"/>
        <a:defRPr sz="10440" kern="1200">
          <a:solidFill>
            <a:schemeClr val="tx1"/>
          </a:solidFill>
          <a:latin typeface="+mn-lt"/>
          <a:ea typeface="+mn-ea"/>
          <a:cs typeface="+mn-cs"/>
        </a:defRPr>
      </a:lvl2pPr>
      <a:lvl3pPr marL="4236037" indent="-847208" algn="l" defTabSz="3388829" rtl="0" eaLnBrk="1" latinLnBrk="0" hangingPunct="1">
        <a:spcBef>
          <a:spcPct val="20000"/>
        </a:spcBef>
        <a:buFont typeface="Arial" pitchFamily="34" charset="0"/>
        <a:buChar char="•"/>
        <a:defRPr sz="8910" kern="1200">
          <a:solidFill>
            <a:schemeClr val="tx1"/>
          </a:solidFill>
          <a:latin typeface="+mn-lt"/>
          <a:ea typeface="+mn-ea"/>
          <a:cs typeface="+mn-cs"/>
        </a:defRPr>
      </a:lvl3pPr>
      <a:lvl4pPr marL="5930452" indent="-847208" algn="l" defTabSz="3388829" rtl="0" eaLnBrk="1" latinLnBrk="0" hangingPunct="1">
        <a:spcBef>
          <a:spcPct val="20000"/>
        </a:spcBef>
        <a:buFont typeface="Arial" pitchFamily="34" charset="0"/>
        <a:buChar char="–"/>
        <a:defRPr sz="7470" kern="1200">
          <a:solidFill>
            <a:schemeClr val="tx1"/>
          </a:solidFill>
          <a:latin typeface="+mn-lt"/>
          <a:ea typeface="+mn-ea"/>
          <a:cs typeface="+mn-cs"/>
        </a:defRPr>
      </a:lvl4pPr>
      <a:lvl5pPr marL="7624866" indent="-847208" algn="l" defTabSz="3388829" rtl="0" eaLnBrk="1" latinLnBrk="0" hangingPunct="1">
        <a:spcBef>
          <a:spcPct val="20000"/>
        </a:spcBef>
        <a:buFont typeface="Arial" pitchFamily="34" charset="0"/>
        <a:buChar char="»"/>
        <a:defRPr sz="7470" kern="1200">
          <a:solidFill>
            <a:schemeClr val="tx1"/>
          </a:solidFill>
          <a:latin typeface="+mn-lt"/>
          <a:ea typeface="+mn-ea"/>
          <a:cs typeface="+mn-cs"/>
        </a:defRPr>
      </a:lvl5pPr>
      <a:lvl6pPr marL="9319281" indent="-847208" algn="l" defTabSz="3388829" rtl="0" eaLnBrk="1" latinLnBrk="0" hangingPunct="1">
        <a:spcBef>
          <a:spcPct val="20000"/>
        </a:spcBef>
        <a:buFont typeface="Arial" pitchFamily="34" charset="0"/>
        <a:buChar char="•"/>
        <a:defRPr sz="7470" kern="1200">
          <a:solidFill>
            <a:schemeClr val="tx1"/>
          </a:solidFill>
          <a:latin typeface="+mn-lt"/>
          <a:ea typeface="+mn-ea"/>
          <a:cs typeface="+mn-cs"/>
        </a:defRPr>
      </a:lvl6pPr>
      <a:lvl7pPr marL="11013695" indent="-847208" algn="l" defTabSz="3388829" rtl="0" eaLnBrk="1" latinLnBrk="0" hangingPunct="1">
        <a:spcBef>
          <a:spcPct val="20000"/>
        </a:spcBef>
        <a:buFont typeface="Arial" pitchFamily="34" charset="0"/>
        <a:buChar char="•"/>
        <a:defRPr sz="7470" kern="1200">
          <a:solidFill>
            <a:schemeClr val="tx1"/>
          </a:solidFill>
          <a:latin typeface="+mn-lt"/>
          <a:ea typeface="+mn-ea"/>
          <a:cs typeface="+mn-cs"/>
        </a:defRPr>
      </a:lvl7pPr>
      <a:lvl8pPr marL="12708110" indent="-847208" algn="l" defTabSz="3388829" rtl="0" eaLnBrk="1" latinLnBrk="0" hangingPunct="1">
        <a:spcBef>
          <a:spcPct val="20000"/>
        </a:spcBef>
        <a:buFont typeface="Arial" pitchFamily="34" charset="0"/>
        <a:buChar char="•"/>
        <a:defRPr sz="7470" kern="1200">
          <a:solidFill>
            <a:schemeClr val="tx1"/>
          </a:solidFill>
          <a:latin typeface="+mn-lt"/>
          <a:ea typeface="+mn-ea"/>
          <a:cs typeface="+mn-cs"/>
        </a:defRPr>
      </a:lvl8pPr>
      <a:lvl9pPr marL="14402525" indent="-847208" algn="l" defTabSz="3388829" rtl="0" eaLnBrk="1" latinLnBrk="0" hangingPunct="1">
        <a:spcBef>
          <a:spcPct val="20000"/>
        </a:spcBef>
        <a:buFont typeface="Arial" pitchFamily="34" charset="0"/>
        <a:buChar char="•"/>
        <a:defRPr sz="7470" kern="1200">
          <a:solidFill>
            <a:schemeClr val="tx1"/>
          </a:solidFill>
          <a:latin typeface="+mn-lt"/>
          <a:ea typeface="+mn-ea"/>
          <a:cs typeface="+mn-cs"/>
        </a:defRPr>
      </a:lvl9pPr>
    </p:bodyStyle>
    <p:otherStyle>
      <a:defPPr>
        <a:defRPr lang="en-US"/>
      </a:defPPr>
      <a:lvl1pPr marL="0" algn="l" defTabSz="3388829" rtl="0" eaLnBrk="1" latinLnBrk="0" hangingPunct="1">
        <a:defRPr sz="6660" kern="1200">
          <a:solidFill>
            <a:schemeClr val="tx1"/>
          </a:solidFill>
          <a:latin typeface="+mn-lt"/>
          <a:ea typeface="+mn-ea"/>
          <a:cs typeface="+mn-cs"/>
        </a:defRPr>
      </a:lvl1pPr>
      <a:lvl2pPr marL="1694416" algn="l" defTabSz="3388829" rtl="0" eaLnBrk="1" latinLnBrk="0" hangingPunct="1">
        <a:defRPr sz="6660" kern="1200">
          <a:solidFill>
            <a:schemeClr val="tx1"/>
          </a:solidFill>
          <a:latin typeface="+mn-lt"/>
          <a:ea typeface="+mn-ea"/>
          <a:cs typeface="+mn-cs"/>
        </a:defRPr>
      </a:lvl2pPr>
      <a:lvl3pPr marL="3388829" algn="l" defTabSz="3388829" rtl="0" eaLnBrk="1" latinLnBrk="0" hangingPunct="1">
        <a:defRPr sz="6660" kern="1200">
          <a:solidFill>
            <a:schemeClr val="tx1"/>
          </a:solidFill>
          <a:latin typeface="+mn-lt"/>
          <a:ea typeface="+mn-ea"/>
          <a:cs typeface="+mn-cs"/>
        </a:defRPr>
      </a:lvl3pPr>
      <a:lvl4pPr marL="5083244" algn="l" defTabSz="3388829" rtl="0" eaLnBrk="1" latinLnBrk="0" hangingPunct="1">
        <a:defRPr sz="6660" kern="1200">
          <a:solidFill>
            <a:schemeClr val="tx1"/>
          </a:solidFill>
          <a:latin typeface="+mn-lt"/>
          <a:ea typeface="+mn-ea"/>
          <a:cs typeface="+mn-cs"/>
        </a:defRPr>
      </a:lvl4pPr>
      <a:lvl5pPr marL="6777658" algn="l" defTabSz="3388829" rtl="0" eaLnBrk="1" latinLnBrk="0" hangingPunct="1">
        <a:defRPr sz="6660" kern="1200">
          <a:solidFill>
            <a:schemeClr val="tx1"/>
          </a:solidFill>
          <a:latin typeface="+mn-lt"/>
          <a:ea typeface="+mn-ea"/>
          <a:cs typeface="+mn-cs"/>
        </a:defRPr>
      </a:lvl5pPr>
      <a:lvl6pPr marL="8472074" algn="l" defTabSz="3388829" rtl="0" eaLnBrk="1" latinLnBrk="0" hangingPunct="1">
        <a:defRPr sz="6660" kern="1200">
          <a:solidFill>
            <a:schemeClr val="tx1"/>
          </a:solidFill>
          <a:latin typeface="+mn-lt"/>
          <a:ea typeface="+mn-ea"/>
          <a:cs typeface="+mn-cs"/>
        </a:defRPr>
      </a:lvl6pPr>
      <a:lvl7pPr marL="10166489" algn="l" defTabSz="3388829" rtl="0" eaLnBrk="1" latinLnBrk="0" hangingPunct="1">
        <a:defRPr sz="6660" kern="1200">
          <a:solidFill>
            <a:schemeClr val="tx1"/>
          </a:solidFill>
          <a:latin typeface="+mn-lt"/>
          <a:ea typeface="+mn-ea"/>
          <a:cs typeface="+mn-cs"/>
        </a:defRPr>
      </a:lvl7pPr>
      <a:lvl8pPr marL="11860903" algn="l" defTabSz="3388829" rtl="0" eaLnBrk="1" latinLnBrk="0" hangingPunct="1">
        <a:defRPr sz="6660" kern="1200">
          <a:solidFill>
            <a:schemeClr val="tx1"/>
          </a:solidFill>
          <a:latin typeface="+mn-lt"/>
          <a:ea typeface="+mn-ea"/>
          <a:cs typeface="+mn-cs"/>
        </a:defRPr>
      </a:lvl8pPr>
      <a:lvl9pPr marL="13555319" algn="l" defTabSz="3388829" rtl="0" eaLnBrk="1" latinLnBrk="0" hangingPunct="1">
        <a:defRPr sz="6660" kern="1200">
          <a:solidFill>
            <a:schemeClr val="tx1"/>
          </a:solidFill>
          <a:latin typeface="+mn-lt"/>
          <a:ea typeface="+mn-ea"/>
          <a:cs typeface="+mn-cs"/>
        </a:defRPr>
      </a:lvl9pPr>
    </p:otherStyle>
  </p:txStyles>
</p:sldMaster>
</file>

<file path=ppt/slideMasters/slideMaster2.xml><?xml version="1.0" encoding="utf-8"?>
<p:sldMaster xmlns:a="http://schemas.openxmlformats.org/drawingml/2006/main" xmlns:r="http://schemas.openxmlformats.org/officeDocument/2006/relationships" xmlns:p="http://schemas.openxmlformats.org/presentationml/2006/main" preserve="1">
  <p:cSld>
    <p:bg>
      <p:bgPr>
        <a:gradFill flip="none" rotWithShape="1">
          <a:gsLst>
            <a:gs pos="0">
              <a:schemeClr val="accent5">
                <a:lumMod val="50000"/>
              </a:schemeClr>
            </a:gs>
            <a:gs pos="50000">
              <a:schemeClr val="accent5">
                <a:lumMod val="60000"/>
                <a:lumOff val="40000"/>
              </a:schemeClr>
            </a:gs>
            <a:gs pos="100000">
              <a:schemeClr val="accent5">
                <a:lumMod val="20000"/>
                <a:lumOff val="80000"/>
              </a:schemeClr>
            </a:gs>
          </a:gsLst>
          <a:lin ang="16200000" scaled="1"/>
          <a:tileRect/>
        </a:gradFill>
        <a:effectLst/>
      </p:bgPr>
    </p:bg>
    <p:spTree>
      <p:nvGrpSpPr>
        <p:cNvPr id="1" name=""/>
        <p:cNvGrpSpPr/>
        <p:nvPr/>
      </p:nvGrpSpPr>
      <p:grpSpPr>
        <a:xfrm>
          <a:off x="0" y="0"/>
          <a:ext cx="0" cy="0"/>
          <a:chOff x="0" y="0"/>
          <a:chExt cx="0" cy="0"/>
        </a:xfrm>
      </p:grpSpPr>
      <p:sp>
        <p:nvSpPr>
          <p:cNvPr id="7" name="Rectangle 36"/>
          <p:cNvSpPr>
            <a:spLocks noChangeArrowheads="1"/>
          </p:cNvSpPr>
          <p:nvPr/>
        </p:nvSpPr>
        <p:spPr bwMode="auto">
          <a:xfrm>
            <a:off x="0" y="0"/>
            <a:ext cx="27432000" cy="4800600"/>
          </a:xfrm>
          <a:prstGeom prst="rect">
            <a:avLst/>
          </a:prstGeom>
          <a:solidFill>
            <a:schemeClr val="accent5">
              <a:lumMod val="75000"/>
            </a:schemeClr>
          </a:solidFill>
          <a:ln w="9525">
            <a:solidFill>
              <a:schemeClr val="tx1"/>
            </a:solidFill>
            <a:miter lim="800000"/>
            <a:headEnd/>
            <a:tailEnd/>
          </a:ln>
          <a:effectLst/>
        </p:spPr>
        <p:txBody>
          <a:bodyPr wrap="none" lIns="70601" tIns="35300" rIns="70601" bIns="35300" anchor="ctr"/>
          <a:lstStyle/>
          <a:p>
            <a:pPr>
              <a:defRPr/>
            </a:pPr>
            <a:endParaRPr lang="en-US" sz="6660" dirty="0"/>
          </a:p>
        </p:txBody>
      </p:sp>
      <p:sp>
        <p:nvSpPr>
          <p:cNvPr id="9" name="Rectangle 9"/>
          <p:cNvSpPr>
            <a:spLocks noChangeArrowheads="1"/>
          </p:cNvSpPr>
          <p:nvPr/>
        </p:nvSpPr>
        <p:spPr bwMode="auto">
          <a:xfrm>
            <a:off x="0" y="4805365"/>
            <a:ext cx="27432000" cy="152400"/>
          </a:xfrm>
          <a:prstGeom prst="rect">
            <a:avLst/>
          </a:prstGeom>
          <a:solidFill>
            <a:schemeClr val="accent5">
              <a:lumMod val="50000"/>
            </a:schemeClr>
          </a:solidFill>
          <a:ln w="152400">
            <a:noFill/>
            <a:miter lim="800000"/>
            <a:headEnd/>
            <a:tailEnd/>
          </a:ln>
          <a:effectLst/>
        </p:spPr>
        <p:txBody>
          <a:bodyPr wrap="none" lIns="70601" tIns="35300" rIns="70601" bIns="35300" anchor="ctr"/>
          <a:lstStyle/>
          <a:p>
            <a:pPr>
              <a:defRPr/>
            </a:pPr>
            <a:endParaRPr lang="en-US" sz="6660" dirty="0"/>
          </a:p>
        </p:txBody>
      </p:sp>
      <p:grpSp>
        <p:nvGrpSpPr>
          <p:cNvPr id="25" name="Group 24"/>
          <p:cNvGrpSpPr/>
          <p:nvPr userDrawn="1"/>
        </p:nvGrpSpPr>
        <p:grpSpPr>
          <a:xfrm>
            <a:off x="-12658121" y="-43314"/>
            <a:ext cx="12259293" cy="32961714"/>
            <a:chOff x="-11225189" y="-1"/>
            <a:chExt cx="11018865" cy="32918401"/>
          </a:xfrm>
        </p:grpSpPr>
        <p:sp>
          <p:nvSpPr>
            <p:cNvPr id="26" name="Rectangle 25"/>
            <p:cNvSpPr/>
            <p:nvPr/>
          </p:nvSpPr>
          <p:spPr>
            <a:xfrm>
              <a:off x="-11216136" y="-1"/>
              <a:ext cx="11009812" cy="32918401"/>
            </a:xfrm>
            <a:prstGeom prst="rect">
              <a:avLst/>
            </a:prstGeom>
            <a:solidFill>
              <a:schemeClr val="tx1">
                <a:lumMod val="95000"/>
                <a:lumOff val="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lIns="457200" tIns="457200" rIns="457200" bIns="0" rtlCol="0" anchor="t" anchorCtr="0"/>
            <a:lstStyle/>
            <a:p>
              <a:pPr marL="0" marR="0" indent="0" algn="ctr" defTabSz="1366507" rtl="0" eaLnBrk="1" fontAlgn="auto" latinLnBrk="0" hangingPunct="1">
                <a:lnSpc>
                  <a:spcPct val="100000"/>
                </a:lnSpc>
                <a:spcBef>
                  <a:spcPts val="0"/>
                </a:spcBef>
                <a:spcAft>
                  <a:spcPts val="0"/>
                </a:spcAft>
                <a:buClrTx/>
                <a:buSzTx/>
                <a:buFontTx/>
                <a:buNone/>
                <a:tabLst/>
                <a:defRPr/>
              </a:pPr>
              <a:r>
                <a:rPr lang="en-US" sz="2880" b="1" spc="0" dirty="0" smtClean="0">
                  <a:solidFill>
                    <a:srgbClr val="FF0000"/>
                  </a:solidFill>
                  <a:latin typeface="Trebuchet MS" pitchFamily="34" charset="0"/>
                </a:rPr>
                <a:t>(—THIS SIDEBAR DOES NOT PRINT—)</a:t>
              </a:r>
              <a:endParaRPr lang="en-US" sz="2880" b="1" spc="540" dirty="0" smtClean="0">
                <a:solidFill>
                  <a:schemeClr val="bg1"/>
                </a:solidFill>
                <a:latin typeface="Trebuchet MS" pitchFamily="34" charset="0"/>
              </a:endParaRPr>
            </a:p>
            <a:p>
              <a:pPr algn="ctr"/>
              <a:r>
                <a:rPr lang="en-US" sz="3600" b="1" spc="540" dirty="0" smtClean="0">
                  <a:solidFill>
                    <a:schemeClr val="bg1"/>
                  </a:solidFill>
                  <a:latin typeface="Trebuchet MS" pitchFamily="34" charset="0"/>
                </a:rPr>
                <a:t>DESIGN</a:t>
              </a:r>
              <a:r>
                <a:rPr lang="en-US" sz="3600" b="1" spc="540" baseline="0" dirty="0" smtClean="0">
                  <a:solidFill>
                    <a:schemeClr val="bg1"/>
                  </a:solidFill>
                  <a:latin typeface="Trebuchet MS" pitchFamily="34" charset="0"/>
                </a:rPr>
                <a:t> </a:t>
              </a:r>
              <a:r>
                <a:rPr lang="en-US" sz="3600" b="1" spc="540" dirty="0" smtClean="0">
                  <a:solidFill>
                    <a:schemeClr val="bg1"/>
                  </a:solidFill>
                  <a:latin typeface="Trebuchet MS" pitchFamily="34" charset="0"/>
                </a:rPr>
                <a:t>GUIDE</a:t>
              </a:r>
            </a:p>
            <a:p>
              <a:pPr algn="ctr"/>
              <a:endParaRPr lang="en-US" sz="2520" b="1" dirty="0" smtClean="0">
                <a:latin typeface="Trebuchet MS" pitchFamily="34" charset="0"/>
              </a:endParaRPr>
            </a:p>
            <a:p>
              <a:pPr defTabSz="3389075"/>
              <a:r>
                <a:rPr lang="en-US" sz="2520" i="0" dirty="0" smtClean="0">
                  <a:latin typeface="Trebuchet MS" pitchFamily="34" charset="0"/>
                </a:rPr>
                <a:t>This PowerPoint</a:t>
              </a:r>
              <a:r>
                <a:rPr lang="en-US" sz="2520" i="0" baseline="0" dirty="0" smtClean="0">
                  <a:latin typeface="Trebuchet MS" pitchFamily="34" charset="0"/>
                </a:rPr>
                <a:t> </a:t>
              </a:r>
              <a:r>
                <a:rPr lang="en-US" sz="2520" i="0" dirty="0" smtClean="0">
                  <a:latin typeface="Trebuchet MS" pitchFamily="34" charset="0"/>
                </a:rPr>
                <a:t>2007 template produces</a:t>
              </a:r>
              <a:r>
                <a:rPr lang="en-US" sz="2520" i="0" baseline="0" dirty="0" smtClean="0">
                  <a:latin typeface="Trebuchet MS" pitchFamily="34" charset="0"/>
                </a:rPr>
                <a:t> </a:t>
              </a:r>
              <a:r>
                <a:rPr lang="en-US" sz="2520" i="0" dirty="0" smtClean="0">
                  <a:latin typeface="Trebuchet MS" pitchFamily="34" charset="0"/>
                </a:rPr>
                <a:t>a 30”x40” presentation poster. </a:t>
              </a:r>
              <a:r>
                <a:rPr lang="en-US" sz="2520" dirty="0" smtClean="0">
                  <a:latin typeface="Trebuchet MS" pitchFamily="34" charset="0"/>
                </a:rPr>
                <a:t>You</a:t>
              </a:r>
              <a:r>
                <a:rPr lang="en-US" sz="2520" baseline="0" dirty="0" smtClean="0">
                  <a:latin typeface="Trebuchet MS" pitchFamily="34" charset="0"/>
                </a:rPr>
                <a:t> can u</a:t>
              </a:r>
              <a:r>
                <a:rPr lang="en-US" sz="2520" dirty="0" smtClean="0">
                  <a:latin typeface="Trebuchet MS" pitchFamily="34" charset="0"/>
                </a:rPr>
                <a:t>se</a:t>
              </a:r>
              <a:r>
                <a:rPr lang="en-US" sz="2520" baseline="0" dirty="0" smtClean="0">
                  <a:latin typeface="Trebuchet MS" pitchFamily="34" charset="0"/>
                </a:rPr>
                <a:t> it to create your research poster and </a:t>
              </a:r>
              <a:r>
                <a:rPr lang="en-US" sz="2520" dirty="0" smtClean="0">
                  <a:latin typeface="Trebuchet MS" pitchFamily="34" charset="0"/>
                </a:rPr>
                <a:t>save valuable time placing titles, subtitles,</a:t>
              </a:r>
              <a:r>
                <a:rPr lang="en-US" sz="2520" baseline="0" dirty="0" smtClean="0">
                  <a:latin typeface="Trebuchet MS" pitchFamily="34" charset="0"/>
                </a:rPr>
                <a:t> text, and graphics</a:t>
              </a:r>
              <a:r>
                <a:rPr lang="en-US" sz="2520" dirty="0" smtClean="0">
                  <a:latin typeface="Trebuchet MS" pitchFamily="34" charset="0"/>
                </a:rPr>
                <a:t>. </a:t>
              </a:r>
            </a:p>
            <a:p>
              <a:pPr defTabSz="3389075"/>
              <a:endParaRPr lang="en-US" sz="2520" dirty="0" smtClean="0">
                <a:latin typeface="Trebuchet MS" pitchFamily="34" charset="0"/>
              </a:endParaRPr>
            </a:p>
            <a:p>
              <a:pPr defTabSz="3950297"/>
              <a:r>
                <a:rPr lang="en-US" sz="2520" dirty="0" smtClean="0">
                  <a:latin typeface="Trebuchet MS" pitchFamily="34" charset="0"/>
                </a:rPr>
                <a:t>We provide a series of online tutorials that will guide you through the poster design process and answer your poster production questions. To view our template tutorials, go online to </a:t>
              </a:r>
              <a:r>
                <a:rPr lang="en-US" sz="2520" b="1" dirty="0" smtClean="0">
                  <a:solidFill>
                    <a:srgbClr val="FFC000"/>
                  </a:solidFill>
                  <a:latin typeface="Trebuchet MS" pitchFamily="34" charset="0"/>
                </a:rPr>
                <a:t>PosterPresentations.com</a:t>
              </a:r>
              <a:r>
                <a:rPr lang="en-US" sz="2520" b="1" dirty="0" smtClean="0">
                  <a:solidFill>
                    <a:schemeClr val="bg1"/>
                  </a:solidFill>
                  <a:latin typeface="Trebuchet MS" pitchFamily="34" charset="0"/>
                </a:rPr>
                <a:t> </a:t>
              </a:r>
              <a:r>
                <a:rPr lang="en-US" sz="2520" dirty="0" smtClean="0">
                  <a:solidFill>
                    <a:schemeClr val="bg1"/>
                  </a:solidFill>
                  <a:latin typeface="Trebuchet MS" pitchFamily="34" charset="0"/>
                </a:rPr>
                <a:t>and click on HELP DESK.</a:t>
              </a:r>
            </a:p>
            <a:p>
              <a:pPr defTabSz="3950297"/>
              <a:endParaRPr lang="en-US" sz="2520" dirty="0" smtClean="0">
                <a:latin typeface="Trebuchet MS" pitchFamily="34" charset="0"/>
              </a:endParaRPr>
            </a:p>
            <a:p>
              <a:pPr defTabSz="3950297"/>
              <a:r>
                <a:rPr lang="en-US" sz="2520" dirty="0" smtClean="0">
                  <a:solidFill>
                    <a:schemeClr val="bg1"/>
                  </a:solidFill>
                  <a:latin typeface="Trebuchet MS" pitchFamily="34" charset="0"/>
                </a:rPr>
                <a:t>When</a:t>
              </a:r>
              <a:r>
                <a:rPr lang="en-US" sz="2520" baseline="0" dirty="0" smtClean="0">
                  <a:solidFill>
                    <a:schemeClr val="bg1"/>
                  </a:solidFill>
                  <a:latin typeface="Trebuchet MS" pitchFamily="34" charset="0"/>
                </a:rPr>
                <a:t> you are ready to print your poster</a:t>
              </a:r>
              <a:r>
                <a:rPr lang="en-US" sz="2520" dirty="0" smtClean="0">
                  <a:solidFill>
                    <a:schemeClr val="bg1"/>
                  </a:solidFill>
                  <a:latin typeface="Trebuchet MS" pitchFamily="34" charset="0"/>
                </a:rPr>
                <a:t>,</a:t>
              </a:r>
              <a:r>
                <a:rPr lang="en-US" sz="2520" baseline="0" dirty="0" smtClean="0">
                  <a:solidFill>
                    <a:schemeClr val="bg1"/>
                  </a:solidFill>
                  <a:latin typeface="Trebuchet MS" pitchFamily="34" charset="0"/>
                </a:rPr>
                <a:t> go online to </a:t>
              </a:r>
              <a:r>
                <a:rPr lang="en-US" sz="2520" b="0" dirty="0" smtClean="0">
                  <a:solidFill>
                    <a:schemeClr val="bg1"/>
                  </a:solidFill>
                  <a:latin typeface="Trebuchet MS" pitchFamily="34" charset="0"/>
                </a:rPr>
                <a:t>PosterPresentations.com</a:t>
              </a:r>
              <a:r>
                <a:rPr lang="en-US" sz="2520" dirty="0" smtClean="0">
                  <a:solidFill>
                    <a:schemeClr val="bg1"/>
                  </a:solidFill>
                  <a:latin typeface="Trebuchet MS" pitchFamily="34" charset="0"/>
                </a:rPr>
                <a:t/>
              </a:r>
              <a:br>
                <a:rPr lang="en-US" sz="2520" dirty="0" smtClean="0">
                  <a:solidFill>
                    <a:schemeClr val="bg1"/>
                  </a:solidFill>
                  <a:latin typeface="Trebuchet MS" pitchFamily="34" charset="0"/>
                </a:rPr>
              </a:br>
              <a:endParaRPr lang="en-US" sz="2520" dirty="0" smtClean="0">
                <a:solidFill>
                  <a:schemeClr val="bg1"/>
                </a:solidFill>
                <a:latin typeface="Trebuchet MS" pitchFamily="34" charset="0"/>
              </a:endParaRPr>
            </a:p>
            <a:p>
              <a:pPr algn="l" defTabSz="3389075"/>
              <a:r>
                <a:rPr lang="en-US" sz="2520" b="0" dirty="0" smtClean="0">
                  <a:solidFill>
                    <a:schemeClr val="bg1"/>
                  </a:solidFill>
                  <a:latin typeface="Trebuchet MS" pitchFamily="34" charset="0"/>
                </a:rPr>
                <a:t>Need</a:t>
              </a:r>
              <a:r>
                <a:rPr lang="en-US" sz="2520" b="0" baseline="0" dirty="0" smtClean="0">
                  <a:solidFill>
                    <a:schemeClr val="bg1"/>
                  </a:solidFill>
                  <a:latin typeface="Trebuchet MS" pitchFamily="34" charset="0"/>
                </a:rPr>
                <a:t> assistance? Call us at </a:t>
              </a:r>
              <a:r>
                <a:rPr lang="en-US" sz="2520" b="0" dirty="0" smtClean="0">
                  <a:solidFill>
                    <a:srgbClr val="FFC000"/>
                  </a:solidFill>
                  <a:latin typeface="Trebuchet MS" pitchFamily="34" charset="0"/>
                </a:rPr>
                <a:t>1.510.649.3001</a:t>
              </a:r>
            </a:p>
            <a:p>
              <a:pPr algn="l" defTabSz="3389075"/>
              <a:endParaRPr lang="en-US" sz="3240" b="1" dirty="0" smtClean="0">
                <a:solidFill>
                  <a:srgbClr val="FFFF00"/>
                </a:solidFill>
                <a:latin typeface="Trebuchet MS" pitchFamily="34" charset="0"/>
              </a:endParaRPr>
            </a:p>
            <a:p>
              <a:pPr algn="ctr"/>
              <a:endParaRPr lang="en-US" sz="2160" b="1" dirty="0" smtClean="0">
                <a:solidFill>
                  <a:schemeClr val="bg1"/>
                </a:solidFill>
                <a:latin typeface="Trebuchet MS" pitchFamily="34" charset="0"/>
              </a:endParaRPr>
            </a:p>
            <a:p>
              <a:pPr algn="ctr"/>
              <a:r>
                <a:rPr lang="en-US" sz="3600" b="1" spc="540" dirty="0" smtClean="0">
                  <a:solidFill>
                    <a:schemeClr val="bg1"/>
                  </a:solidFill>
                  <a:latin typeface="Trebuchet MS" pitchFamily="34" charset="0"/>
                </a:rPr>
                <a:t>QUICK START</a:t>
              </a:r>
            </a:p>
            <a:p>
              <a:pPr algn="ctr"/>
              <a:endParaRPr lang="en-US" sz="2880" b="1" baseline="0" dirty="0" smtClean="0">
                <a:solidFill>
                  <a:schemeClr val="bg1"/>
                </a:solidFill>
                <a:latin typeface="Trebuchet MS" pitchFamily="34" charset="0"/>
              </a:endParaRPr>
            </a:p>
            <a:p>
              <a:pPr algn="ctr"/>
              <a:r>
                <a:rPr lang="en-US" sz="2880" b="1" baseline="0" dirty="0" smtClean="0">
                  <a:solidFill>
                    <a:srgbClr val="FFC000"/>
                  </a:solidFill>
                  <a:latin typeface="Trebuchet MS" pitchFamily="34" charset="0"/>
                </a:rPr>
                <a:t>Zoom in and out</a:t>
              </a:r>
            </a:p>
            <a:p>
              <a:pPr marL="2274570" indent="-585788" algn="l" defTabSz="765810">
                <a:tabLst/>
              </a:pPr>
              <a:r>
                <a:rPr lang="en-US" sz="2160" b="0" baseline="0" dirty="0" smtClean="0">
                  <a:solidFill>
                    <a:schemeClr val="bg1"/>
                  </a:solidFill>
                  <a:latin typeface="Trebuchet MS" pitchFamily="34" charset="0"/>
                </a:rPr>
                <a:t>	</a:t>
              </a:r>
              <a:r>
                <a:rPr lang="en-US" sz="2160" b="0" baseline="0" dirty="0" smtClean="0">
                  <a:solidFill>
                    <a:schemeClr val="bg1">
                      <a:lumMod val="75000"/>
                    </a:schemeClr>
                  </a:solidFill>
                  <a:latin typeface="Trebuchet MS" pitchFamily="34" charset="0"/>
                </a:rPr>
                <a:t>As you work on your poster zoom in and out to the level that is more comfortable to you. Go to VIEW &gt; ZOOM.</a:t>
              </a:r>
            </a:p>
            <a:p>
              <a:pPr algn="l"/>
              <a:endParaRPr lang="en-US" sz="2520" b="0" baseline="0" dirty="0" smtClean="0">
                <a:solidFill>
                  <a:schemeClr val="bg1"/>
                </a:solidFill>
                <a:latin typeface="Trebuchet MS" pitchFamily="34" charset="0"/>
              </a:endParaRPr>
            </a:p>
            <a:p>
              <a:pPr algn="ctr"/>
              <a:r>
                <a:rPr lang="en-US" sz="2880" b="1" baseline="0" dirty="0" smtClean="0">
                  <a:solidFill>
                    <a:srgbClr val="FFC000"/>
                  </a:solidFill>
                  <a:latin typeface="Trebuchet MS" pitchFamily="34" charset="0"/>
                </a:rPr>
                <a:t>Title, Authors, and Affiliations</a:t>
              </a:r>
            </a:p>
            <a:p>
              <a:pPr algn="l"/>
              <a:r>
                <a:rPr lang="en-US" sz="2160" b="0" baseline="0" dirty="0" smtClean="0">
                  <a:solidFill>
                    <a:schemeClr val="bg1">
                      <a:lumMod val="75000"/>
                    </a:schemeClr>
                  </a:solidFill>
                  <a:latin typeface="Trebuchet MS" pitchFamily="34" charset="0"/>
                </a:rPr>
                <a:t>Start designing your poster by adding the title, the names of the authors, and the affiliated institutions. </a:t>
              </a:r>
              <a:r>
                <a:rPr lang="en-US" sz="2160" b="0" spc="0" baseline="0" dirty="0" smtClean="0">
                  <a:solidFill>
                    <a:schemeClr val="bg1">
                      <a:lumMod val="75000"/>
                    </a:schemeClr>
                  </a:solidFill>
                  <a:latin typeface="Trebuchet MS" pitchFamily="34" charset="0"/>
                </a:rPr>
                <a:t>You can type or paste text into the provided boxes. The template will automatically adjust the size of your text to fit the title box. You can manually override this feature and change the size of your text. </a:t>
              </a:r>
            </a:p>
            <a:p>
              <a:pPr algn="l"/>
              <a:endParaRPr lang="en-US" sz="2160" b="0" spc="0" baseline="0" dirty="0" smtClean="0">
                <a:solidFill>
                  <a:schemeClr val="bg1">
                    <a:lumMod val="75000"/>
                  </a:schemeClr>
                </a:solidFill>
                <a:latin typeface="Trebuchet MS" pitchFamily="34" charset="0"/>
              </a:endParaRPr>
            </a:p>
            <a:p>
              <a:pPr algn="l"/>
              <a:r>
                <a:rPr lang="en-US" sz="2160" b="1" spc="270" baseline="0" dirty="0" smtClean="0">
                  <a:solidFill>
                    <a:srgbClr val="FFC000"/>
                  </a:solidFill>
                  <a:latin typeface="Trebuchet MS" pitchFamily="34" charset="0"/>
                </a:rPr>
                <a:t>TIP</a:t>
              </a:r>
              <a:r>
                <a:rPr lang="en-US" sz="2160" b="1" baseline="0" dirty="0" smtClean="0">
                  <a:solidFill>
                    <a:srgbClr val="FFC000"/>
                  </a:solidFill>
                  <a:latin typeface="Trebuchet MS" pitchFamily="34" charset="0"/>
                </a:rPr>
                <a:t>: </a:t>
              </a:r>
              <a:r>
                <a:rPr lang="en-US" sz="2160" b="0" baseline="0" dirty="0" smtClean="0">
                  <a:solidFill>
                    <a:schemeClr val="bg1">
                      <a:lumMod val="75000"/>
                    </a:schemeClr>
                  </a:solidFill>
                  <a:latin typeface="Trebuchet MS" pitchFamily="34" charset="0"/>
                </a:rPr>
                <a:t>The font size of your title should be bigger than your name(s) and institution name(s).</a:t>
              </a:r>
            </a:p>
            <a:p>
              <a:pPr algn="l"/>
              <a:r>
                <a:rPr lang="en-US" sz="2520" b="1" baseline="0" dirty="0" smtClean="0">
                  <a:solidFill>
                    <a:schemeClr val="bg1"/>
                  </a:solidFill>
                  <a:latin typeface="Trebuchet MS" pitchFamily="34" charset="0"/>
                </a:rPr>
                <a:t/>
              </a:r>
              <a:br>
                <a:rPr lang="en-US" sz="2520" b="1" baseline="0" dirty="0" smtClean="0">
                  <a:solidFill>
                    <a:schemeClr val="bg1"/>
                  </a:solidFill>
                  <a:latin typeface="Trebuchet MS" pitchFamily="34" charset="0"/>
                </a:rPr>
              </a:br>
              <a:endParaRPr lang="en-US" sz="2520" b="1" dirty="0" smtClean="0">
                <a:solidFill>
                  <a:schemeClr val="bg1"/>
                </a:solidFill>
                <a:latin typeface="Trebuchet MS" pitchFamily="34" charset="0"/>
              </a:endParaRPr>
            </a:p>
            <a:p>
              <a:pPr algn="ctr"/>
              <a:endParaRPr lang="en-US" sz="2520" b="1" dirty="0" smtClean="0">
                <a:solidFill>
                  <a:srgbClr val="FFC000"/>
                </a:solidFill>
                <a:latin typeface="Trebuchet MS" pitchFamily="34" charset="0"/>
              </a:endParaRPr>
            </a:p>
            <a:p>
              <a:pPr algn="ctr"/>
              <a:endParaRPr lang="en-US" sz="2520" b="1" dirty="0" smtClean="0">
                <a:solidFill>
                  <a:srgbClr val="FFC000"/>
                </a:solidFill>
                <a:latin typeface="Trebuchet MS" pitchFamily="34" charset="0"/>
              </a:endParaRPr>
            </a:p>
            <a:p>
              <a:pPr algn="ctr"/>
              <a:r>
                <a:rPr lang="en-US" sz="2880" b="1" dirty="0" smtClean="0">
                  <a:solidFill>
                    <a:srgbClr val="FFC000"/>
                  </a:solidFill>
                  <a:latin typeface="Trebuchet MS" pitchFamily="34" charset="0"/>
                </a:rPr>
                <a:t>Adding Logos</a:t>
              </a:r>
              <a:r>
                <a:rPr lang="en-US" sz="2880" b="1" baseline="0" dirty="0" smtClean="0">
                  <a:solidFill>
                    <a:srgbClr val="FFC000"/>
                  </a:solidFill>
                  <a:latin typeface="Trebuchet MS" pitchFamily="34" charset="0"/>
                </a:rPr>
                <a:t> / Seals</a:t>
              </a:r>
            </a:p>
            <a:p>
              <a:pPr algn="l"/>
              <a:r>
                <a:rPr lang="en-US" sz="2160" b="0" baseline="0" dirty="0" smtClean="0">
                  <a:solidFill>
                    <a:schemeClr val="bg1">
                      <a:lumMod val="75000"/>
                    </a:schemeClr>
                  </a:solidFill>
                  <a:latin typeface="Trebuchet MS" pitchFamily="34" charset="0"/>
                </a:rPr>
                <a:t>Most often, logos are added on each side of the title. You can insert a logo by dragging and dropping it from your desktop, copy and paste or by going to INSERT &gt; PICTURES. Logos taken from web sites are likely to be low quality when printed. Zoom it at 100% to see what the logo will look like on the final poster and make any necessary adjustments.  </a:t>
              </a:r>
            </a:p>
            <a:p>
              <a:pPr algn="l"/>
              <a:endParaRPr lang="en-US" sz="2160" b="0" spc="270" baseline="0" dirty="0" smtClean="0">
                <a:solidFill>
                  <a:schemeClr val="bg1">
                    <a:lumMod val="75000"/>
                  </a:schemeClr>
                </a:solidFill>
                <a:latin typeface="Trebuchet MS" pitchFamily="34" charset="0"/>
              </a:endParaRPr>
            </a:p>
            <a:p>
              <a:pPr algn="l"/>
              <a:r>
                <a:rPr lang="en-US" sz="2160" b="1" spc="270" baseline="0" dirty="0" smtClean="0">
                  <a:solidFill>
                    <a:srgbClr val="FFC000"/>
                  </a:solidFill>
                  <a:latin typeface="Trebuchet MS" pitchFamily="34" charset="0"/>
                </a:rPr>
                <a:t>TIP:</a:t>
              </a:r>
              <a:r>
                <a:rPr lang="en-US" sz="2160" b="1" spc="0" baseline="0" dirty="0" smtClean="0">
                  <a:solidFill>
                    <a:srgbClr val="FFC000"/>
                  </a:solidFill>
                  <a:latin typeface="Trebuchet MS" pitchFamily="34" charset="0"/>
                </a:rPr>
                <a:t> </a:t>
              </a:r>
              <a:r>
                <a:rPr lang="en-US" sz="2160" b="0" baseline="0" dirty="0" smtClean="0">
                  <a:solidFill>
                    <a:schemeClr val="bg1">
                      <a:lumMod val="75000"/>
                    </a:schemeClr>
                  </a:solidFill>
                  <a:latin typeface="Trebuchet MS" pitchFamily="34" charset="0"/>
                </a:rPr>
                <a:t>See if your school’s logo is available on our free poster templates page.</a:t>
              </a:r>
            </a:p>
            <a:p>
              <a:pPr algn="l"/>
              <a:endParaRPr lang="en-US" sz="2160" b="0" baseline="0" dirty="0" smtClean="0">
                <a:latin typeface="Trebuchet MS" pitchFamily="34" charset="0"/>
              </a:endParaRPr>
            </a:p>
            <a:p>
              <a:pPr algn="ctr"/>
              <a:r>
                <a:rPr lang="en-US" sz="2880" b="1" baseline="0" dirty="0" smtClean="0">
                  <a:solidFill>
                    <a:srgbClr val="FFC000"/>
                  </a:solidFill>
                  <a:latin typeface="Trebuchet MS" pitchFamily="34" charset="0"/>
                </a:rPr>
                <a:t>Photographs / Graphics</a:t>
              </a:r>
            </a:p>
            <a:p>
              <a:pPr algn="l" defTabSz="880110"/>
              <a:r>
                <a:rPr lang="en-US" sz="2160" b="0" baseline="0" dirty="0" smtClean="0">
                  <a:solidFill>
                    <a:schemeClr val="bg1">
                      <a:lumMod val="75000"/>
                    </a:schemeClr>
                  </a:solidFill>
                  <a:latin typeface="Trebuchet MS" pitchFamily="34" charset="0"/>
                </a:rPr>
                <a:t>You can add images by dragging and dropping from your desktop, copy and paste, or by going to INSERT &gt; PICTURES. Resize images proportionally by holding down the SHIFT key and dragging one of the corner handles. For a professional-looking poster, do not distort your images by enlarging them </a:t>
              </a:r>
              <a:r>
                <a:rPr lang="en-US" sz="2160" b="0" spc="0" baseline="0" dirty="0" smtClean="0">
                  <a:solidFill>
                    <a:schemeClr val="bg1">
                      <a:lumMod val="75000"/>
                    </a:schemeClr>
                  </a:solidFill>
                  <a:latin typeface="Trebuchet MS" pitchFamily="34" charset="0"/>
                </a:rPr>
                <a:t>disproportionally.</a:t>
              </a:r>
            </a:p>
            <a:p>
              <a:pPr algn="l" defTabSz="880110"/>
              <a:endParaRPr lang="en-US" sz="2160" b="0" baseline="0" dirty="0" smtClean="0">
                <a:latin typeface="Trebuchet MS" pitchFamily="34" charset="0"/>
              </a:endParaRPr>
            </a:p>
            <a:p>
              <a:pPr algn="ctr"/>
              <a:endParaRPr lang="en-US" sz="2520" b="1" baseline="0" dirty="0" smtClean="0">
                <a:solidFill>
                  <a:srgbClr val="FFC000"/>
                </a:solidFill>
                <a:latin typeface="Trebuchet MS" pitchFamily="34" charset="0"/>
              </a:endParaRPr>
            </a:p>
            <a:p>
              <a:pPr algn="ctr"/>
              <a:endParaRPr lang="en-US" sz="2520" b="1" baseline="0" dirty="0" smtClean="0">
                <a:solidFill>
                  <a:srgbClr val="FFC000"/>
                </a:solidFill>
                <a:latin typeface="Trebuchet MS" pitchFamily="34" charset="0"/>
              </a:endParaRPr>
            </a:p>
            <a:p>
              <a:pPr algn="ctr"/>
              <a:endParaRPr lang="en-US" sz="2520" b="1" baseline="0" dirty="0" smtClean="0">
                <a:solidFill>
                  <a:srgbClr val="FFC000"/>
                </a:solidFill>
                <a:latin typeface="Trebuchet MS" pitchFamily="34" charset="0"/>
              </a:endParaRPr>
            </a:p>
            <a:p>
              <a:pPr algn="ctr"/>
              <a:endParaRPr lang="en-US" sz="2520" b="1" baseline="0" dirty="0" smtClean="0">
                <a:solidFill>
                  <a:srgbClr val="FFC000"/>
                </a:solidFill>
                <a:latin typeface="Trebuchet MS" pitchFamily="34" charset="0"/>
              </a:endParaRPr>
            </a:p>
            <a:p>
              <a:pPr algn="ctr"/>
              <a:endParaRPr lang="en-US" sz="2520" b="1" baseline="0" dirty="0" smtClean="0">
                <a:solidFill>
                  <a:srgbClr val="FFC000"/>
                </a:solidFill>
                <a:latin typeface="Trebuchet MS" pitchFamily="34" charset="0"/>
              </a:endParaRPr>
            </a:p>
            <a:p>
              <a:pPr algn="ctr"/>
              <a:endParaRPr lang="en-US" sz="2520" b="1" baseline="0" dirty="0" smtClean="0">
                <a:solidFill>
                  <a:srgbClr val="FFC000"/>
                </a:solidFill>
                <a:latin typeface="Trebuchet MS" pitchFamily="34" charset="0"/>
              </a:endParaRPr>
            </a:p>
            <a:p>
              <a:pPr algn="ctr"/>
              <a:endParaRPr lang="en-US" sz="2520" b="1" baseline="0" dirty="0" smtClean="0">
                <a:solidFill>
                  <a:srgbClr val="FFC000"/>
                </a:solidFill>
                <a:latin typeface="Trebuchet MS" pitchFamily="34" charset="0"/>
              </a:endParaRPr>
            </a:p>
            <a:p>
              <a:pPr algn="ctr"/>
              <a:r>
                <a:rPr lang="en-US" sz="2880" b="1" baseline="0" dirty="0" smtClean="0">
                  <a:solidFill>
                    <a:srgbClr val="FFC000"/>
                  </a:solidFill>
                  <a:latin typeface="Trebuchet MS" pitchFamily="34" charset="0"/>
                </a:rPr>
                <a:t>Image Quality Check</a:t>
              </a:r>
            </a:p>
            <a:p>
              <a:pPr lvl="0" algn="l" defTabSz="880110"/>
              <a:r>
                <a:rPr lang="en-US" sz="2160" b="0" baseline="0" dirty="0" smtClean="0">
                  <a:solidFill>
                    <a:schemeClr val="bg1">
                      <a:lumMod val="75000"/>
                    </a:schemeClr>
                  </a:solidFill>
                  <a:latin typeface="Trebuchet MS" pitchFamily="34" charset="0"/>
                </a:rPr>
                <a:t>Zoom in and look at your images at 100% magnification. If they look good they will print well. </a:t>
              </a:r>
              <a:endParaRPr lang="en-US" sz="2520" b="0" dirty="0" smtClean="0">
                <a:latin typeface="Trebuchet MS" pitchFamily="34" charset="0"/>
              </a:endParaRPr>
            </a:p>
          </p:txBody>
        </p:sp>
        <p:cxnSp>
          <p:nvCxnSpPr>
            <p:cNvPr id="36" name="Straight Connector 35"/>
            <p:cNvCxnSpPr/>
            <p:nvPr/>
          </p:nvCxnSpPr>
          <p:spPr>
            <a:xfrm>
              <a:off x="-11225189" y="7240467"/>
              <a:ext cx="10999746" cy="3341"/>
            </a:xfrm>
            <a:prstGeom prst="line">
              <a:avLst/>
            </a:prstGeom>
            <a:ln>
              <a:solidFill>
                <a:srgbClr val="FFC000"/>
              </a:solidFill>
            </a:ln>
          </p:spPr>
          <p:style>
            <a:lnRef idx="1">
              <a:schemeClr val="accent1"/>
            </a:lnRef>
            <a:fillRef idx="0">
              <a:schemeClr val="accent1"/>
            </a:fillRef>
            <a:effectRef idx="0">
              <a:schemeClr val="accent1"/>
            </a:effectRef>
            <a:fontRef idx="minor">
              <a:schemeClr val="tx1"/>
            </a:fontRef>
          </p:style>
        </p:cxnSp>
        <p:pic>
          <p:nvPicPr>
            <p:cNvPr id="37" name="Picture 36"/>
            <p:cNvPicPr>
              <a:picLocks noChangeAspect="1"/>
            </p:cNvPicPr>
            <p:nvPr userDrawn="1"/>
          </p:nvPicPr>
          <p:blipFill>
            <a:blip r:embed="rId4"/>
            <a:stretch>
              <a:fillRect/>
            </a:stretch>
          </p:blipFill>
          <p:spPr>
            <a:xfrm>
              <a:off x="-10479105" y="8732868"/>
              <a:ext cx="1597666" cy="1201935"/>
            </a:xfrm>
            <a:prstGeom prst="rect">
              <a:avLst/>
            </a:prstGeom>
          </p:spPr>
        </p:pic>
        <p:pic>
          <p:nvPicPr>
            <p:cNvPr id="38" name="Picture 37"/>
            <p:cNvPicPr>
              <a:picLocks noChangeAspect="1"/>
            </p:cNvPicPr>
            <p:nvPr userDrawn="1"/>
          </p:nvPicPr>
          <p:blipFill>
            <a:blip r:embed="rId5"/>
            <a:stretch>
              <a:fillRect/>
            </a:stretch>
          </p:blipFill>
          <p:spPr>
            <a:xfrm>
              <a:off x="-10732765" y="13076183"/>
              <a:ext cx="9986808" cy="1053596"/>
            </a:xfrm>
            <a:prstGeom prst="rect">
              <a:avLst/>
            </a:prstGeom>
          </p:spPr>
        </p:pic>
        <p:grpSp>
          <p:nvGrpSpPr>
            <p:cNvPr id="39" name="Group 38"/>
            <p:cNvGrpSpPr/>
            <p:nvPr userDrawn="1"/>
          </p:nvGrpSpPr>
          <p:grpSpPr>
            <a:xfrm>
              <a:off x="-9744993" y="19604586"/>
              <a:ext cx="7531182" cy="2094921"/>
              <a:chOff x="-4470427" y="9208123"/>
              <a:chExt cx="3470785" cy="962496"/>
            </a:xfrm>
          </p:grpSpPr>
          <p:grpSp>
            <p:nvGrpSpPr>
              <p:cNvPr id="46" name="Group 45"/>
              <p:cNvGrpSpPr/>
              <p:nvPr userDrawn="1"/>
            </p:nvGrpSpPr>
            <p:grpSpPr>
              <a:xfrm>
                <a:off x="-2783495" y="9252354"/>
                <a:ext cx="624431" cy="907396"/>
                <a:chOff x="-3958697" y="8525819"/>
                <a:chExt cx="779338" cy="1300292"/>
              </a:xfrm>
            </p:grpSpPr>
            <p:pic>
              <p:nvPicPr>
                <p:cNvPr id="53" name="Picture 52"/>
                <p:cNvPicPr>
                  <a:picLocks noChangeAspect="1"/>
                </p:cNvPicPr>
                <p:nvPr userDrawn="1"/>
              </p:nvPicPr>
              <p:blipFill>
                <a:blip r:embed="rId6"/>
                <a:stretch>
                  <a:fillRect/>
                </a:stretch>
              </p:blipFill>
              <p:spPr>
                <a:xfrm>
                  <a:off x="-3948160" y="8525819"/>
                  <a:ext cx="768801" cy="1090857"/>
                </a:xfrm>
                <a:prstGeom prst="rect">
                  <a:avLst/>
                </a:prstGeom>
              </p:spPr>
            </p:pic>
            <p:sp>
              <p:nvSpPr>
                <p:cNvPr id="54" name="TextBox 53"/>
                <p:cNvSpPr txBox="1"/>
                <p:nvPr userDrawn="1"/>
              </p:nvSpPr>
              <p:spPr>
                <a:xfrm>
                  <a:off x="-3958697" y="9522560"/>
                  <a:ext cx="779337" cy="303551"/>
                </a:xfrm>
                <a:prstGeom prst="rect">
                  <a:avLst/>
                </a:prstGeom>
                <a:solidFill>
                  <a:schemeClr val="accent1"/>
                </a:solidFill>
                <a:ln>
                  <a:noFill/>
                </a:ln>
              </p:spPr>
              <p:txBody>
                <a:bodyPr wrap="square" lIns="91440" tIns="91440" rIns="91440" bIns="91440" rtlCol="0">
                  <a:spAutoFit/>
                </a:bodyPr>
                <a:lstStyle/>
                <a:p>
                  <a:pPr algn="ctr"/>
                  <a:r>
                    <a:rPr lang="en-US" sz="1800" b="1" dirty="0" smtClean="0">
                      <a:solidFill>
                        <a:schemeClr val="tx1"/>
                      </a:solidFill>
                    </a:rPr>
                    <a:t>ORIGINAL</a:t>
                  </a:r>
                  <a:endParaRPr lang="en-US" sz="1800" b="1" dirty="0">
                    <a:solidFill>
                      <a:schemeClr val="tx1"/>
                    </a:solidFill>
                  </a:endParaRPr>
                </a:p>
              </p:txBody>
            </p:sp>
          </p:grpSp>
          <p:grpSp>
            <p:nvGrpSpPr>
              <p:cNvPr id="47" name="Group 46"/>
              <p:cNvGrpSpPr/>
              <p:nvPr userDrawn="1"/>
            </p:nvGrpSpPr>
            <p:grpSpPr>
              <a:xfrm>
                <a:off x="-2033159" y="9252359"/>
                <a:ext cx="1033517" cy="907388"/>
                <a:chOff x="-2921738" y="8714808"/>
                <a:chExt cx="1420279" cy="1246948"/>
              </a:xfrm>
            </p:grpSpPr>
            <p:pic>
              <p:nvPicPr>
                <p:cNvPr id="51" name="Picture 50"/>
                <p:cNvPicPr>
                  <a:picLocks noChangeAspect="1"/>
                </p:cNvPicPr>
                <p:nvPr userDrawn="1"/>
              </p:nvPicPr>
              <p:blipFill>
                <a:blip r:embed="rId6"/>
                <a:stretch>
                  <a:fillRect/>
                </a:stretch>
              </p:blipFill>
              <p:spPr>
                <a:xfrm>
                  <a:off x="-2921738" y="8714808"/>
                  <a:ext cx="1420279" cy="1029694"/>
                </a:xfrm>
                <a:prstGeom prst="rect">
                  <a:avLst/>
                </a:prstGeom>
              </p:spPr>
            </p:pic>
            <p:sp>
              <p:nvSpPr>
                <p:cNvPr id="52" name="TextBox 51"/>
                <p:cNvSpPr txBox="1"/>
                <p:nvPr userDrawn="1"/>
              </p:nvSpPr>
              <p:spPr>
                <a:xfrm>
                  <a:off x="-2918991" y="9670656"/>
                  <a:ext cx="1417532" cy="291100"/>
                </a:xfrm>
                <a:prstGeom prst="rect">
                  <a:avLst/>
                </a:prstGeom>
                <a:solidFill>
                  <a:srgbClr val="FF0000"/>
                </a:solidFill>
              </p:spPr>
              <p:txBody>
                <a:bodyPr wrap="square" lIns="457200" tIns="91440" rIns="457200" bIns="91440" rtlCol="0">
                  <a:spAutoFit/>
                </a:bodyPr>
                <a:lstStyle/>
                <a:p>
                  <a:pPr algn="ctr"/>
                  <a:r>
                    <a:rPr lang="en-US" sz="1800" b="1" dirty="0" smtClean="0">
                      <a:solidFill>
                        <a:schemeClr val="bg1"/>
                      </a:solidFill>
                    </a:rPr>
                    <a:t>DISTORTED</a:t>
                  </a:r>
                  <a:endParaRPr lang="en-US" sz="810" b="1" dirty="0">
                    <a:solidFill>
                      <a:schemeClr val="bg1"/>
                    </a:solidFill>
                  </a:endParaRPr>
                </a:p>
              </p:txBody>
            </p:sp>
          </p:grpSp>
          <p:pic>
            <p:nvPicPr>
              <p:cNvPr id="49" name="Picture 48"/>
              <p:cNvPicPr>
                <a:picLocks noChangeAspect="1"/>
              </p:cNvPicPr>
              <p:nvPr userDrawn="1"/>
            </p:nvPicPr>
            <p:blipFill>
              <a:blip r:embed="rId7"/>
              <a:stretch>
                <a:fillRect/>
              </a:stretch>
            </p:blipFill>
            <p:spPr>
              <a:xfrm>
                <a:off x="-4470427" y="9208123"/>
                <a:ext cx="1098742" cy="847761"/>
              </a:xfrm>
              <a:prstGeom prst="rect">
                <a:avLst/>
              </a:prstGeom>
            </p:spPr>
          </p:pic>
          <p:sp>
            <p:nvSpPr>
              <p:cNvPr id="50" name="TextBox 49"/>
              <p:cNvSpPr txBox="1"/>
              <p:nvPr userDrawn="1"/>
            </p:nvSpPr>
            <p:spPr>
              <a:xfrm>
                <a:off x="-4440600" y="9857111"/>
                <a:ext cx="1035685" cy="313508"/>
              </a:xfrm>
              <a:prstGeom prst="rect">
                <a:avLst/>
              </a:prstGeom>
              <a:noFill/>
            </p:spPr>
            <p:txBody>
              <a:bodyPr wrap="square" lIns="457200" tIns="457200" rIns="457200" bIns="0" rtlCol="0">
                <a:spAutoFit/>
              </a:bodyPr>
              <a:lstStyle/>
              <a:p>
                <a:pPr algn="ctr"/>
                <a:r>
                  <a:rPr lang="en-US" sz="1440" dirty="0" smtClean="0">
                    <a:solidFill>
                      <a:schemeClr val="bg1"/>
                    </a:solidFill>
                  </a:rPr>
                  <a:t>Corner</a:t>
                </a:r>
                <a:r>
                  <a:rPr lang="en-US" sz="1440" baseline="0" dirty="0" smtClean="0">
                    <a:solidFill>
                      <a:schemeClr val="bg1"/>
                    </a:solidFill>
                  </a:rPr>
                  <a:t> handles</a:t>
                </a:r>
                <a:endParaRPr lang="en-US" sz="1440" dirty="0">
                  <a:solidFill>
                    <a:schemeClr val="bg1"/>
                  </a:solidFill>
                </a:endParaRPr>
              </a:p>
            </p:txBody>
          </p:sp>
        </p:grpSp>
        <p:grpSp>
          <p:nvGrpSpPr>
            <p:cNvPr id="40" name="Group 39"/>
            <p:cNvGrpSpPr/>
            <p:nvPr userDrawn="1"/>
          </p:nvGrpSpPr>
          <p:grpSpPr>
            <a:xfrm>
              <a:off x="-10395497" y="23738190"/>
              <a:ext cx="9316420" cy="2453251"/>
              <a:chOff x="-4753477" y="10890292"/>
              <a:chExt cx="4293521" cy="1127128"/>
            </a:xfrm>
          </p:grpSpPr>
          <p:graphicFrame>
            <p:nvGraphicFramePr>
              <p:cNvPr id="41" name="Object 40"/>
              <p:cNvGraphicFramePr>
                <a:graphicFrameLocks noChangeAspect="1"/>
              </p:cNvGraphicFramePr>
              <p:nvPr userDrawn="1">
                <p:extLst>
                  <p:ext uri="{D42A27DB-BD31-4B8C-83A1-F6EECF244321}">
                    <p14:modId xmlns:p14="http://schemas.microsoft.com/office/powerpoint/2010/main" val="3944284615"/>
                  </p:ext>
                </p:extLst>
              </p:nvPr>
            </p:nvGraphicFramePr>
            <p:xfrm>
              <a:off x="-4533347" y="10890299"/>
              <a:ext cx="1828800" cy="1117600"/>
            </p:xfrm>
            <a:graphic>
              <a:graphicData uri="http://schemas.openxmlformats.org/presentationml/2006/ole">
                <mc:AlternateContent xmlns:mc="http://schemas.openxmlformats.org/markup-compatibility/2006">
                  <mc:Choice xmlns:v="urn:schemas-microsoft-com:vml" Requires="v">
                    <p:oleObj spid="_x0000_s2211" name="Image" r:id="rId8" imgW="1828440" imgH="1117440" progId="Photoshop.Image.13">
                      <p:embed/>
                    </p:oleObj>
                  </mc:Choice>
                  <mc:Fallback>
                    <p:oleObj name="Image" r:id="rId8" imgW="1828440" imgH="1117440" progId="Photoshop.Image.13">
                      <p:embed/>
                      <p:pic>
                        <p:nvPicPr>
                          <p:cNvPr id="0" name=""/>
                          <p:cNvPicPr/>
                          <p:nvPr/>
                        </p:nvPicPr>
                        <p:blipFill>
                          <a:blip r:embed="rId9"/>
                          <a:stretch>
                            <a:fillRect/>
                          </a:stretch>
                        </p:blipFill>
                        <p:spPr>
                          <a:xfrm>
                            <a:off x="-4533347" y="10890299"/>
                            <a:ext cx="1828800" cy="1117600"/>
                          </a:xfrm>
                          <a:prstGeom prst="rect">
                            <a:avLst/>
                          </a:prstGeom>
                        </p:spPr>
                      </p:pic>
                    </p:oleObj>
                  </mc:Fallback>
                </mc:AlternateContent>
              </a:graphicData>
            </a:graphic>
          </p:graphicFrame>
          <p:graphicFrame>
            <p:nvGraphicFramePr>
              <p:cNvPr id="42" name="Object 41"/>
              <p:cNvGraphicFramePr>
                <a:graphicFrameLocks noChangeAspect="1"/>
              </p:cNvGraphicFramePr>
              <p:nvPr userDrawn="1">
                <p:extLst>
                  <p:ext uri="{D42A27DB-BD31-4B8C-83A1-F6EECF244321}">
                    <p14:modId xmlns:p14="http://schemas.microsoft.com/office/powerpoint/2010/main" val="1959636283"/>
                  </p:ext>
                </p:extLst>
              </p:nvPr>
            </p:nvGraphicFramePr>
            <p:xfrm>
              <a:off x="-2456641" y="10893992"/>
              <a:ext cx="1828800" cy="1117600"/>
            </p:xfrm>
            <a:graphic>
              <a:graphicData uri="http://schemas.openxmlformats.org/presentationml/2006/ole">
                <mc:AlternateContent xmlns:mc="http://schemas.openxmlformats.org/markup-compatibility/2006">
                  <mc:Choice xmlns:v="urn:schemas-microsoft-com:vml" Requires="v">
                    <p:oleObj spid="_x0000_s2212" name="Image" r:id="rId10" imgW="1828440" imgH="1117440" progId="Photoshop.Image.13">
                      <p:embed/>
                    </p:oleObj>
                  </mc:Choice>
                  <mc:Fallback>
                    <p:oleObj name="Image" r:id="rId10" imgW="1828440" imgH="1117440" progId="Photoshop.Image.13">
                      <p:embed/>
                      <p:pic>
                        <p:nvPicPr>
                          <p:cNvPr id="0" name=""/>
                          <p:cNvPicPr/>
                          <p:nvPr/>
                        </p:nvPicPr>
                        <p:blipFill>
                          <a:blip r:embed="rId11"/>
                          <a:stretch>
                            <a:fillRect/>
                          </a:stretch>
                        </p:blipFill>
                        <p:spPr>
                          <a:xfrm>
                            <a:off x="-2456641" y="10893992"/>
                            <a:ext cx="1828800" cy="1117600"/>
                          </a:xfrm>
                          <a:prstGeom prst="rect">
                            <a:avLst/>
                          </a:prstGeom>
                        </p:spPr>
                      </p:pic>
                    </p:oleObj>
                  </mc:Fallback>
                </mc:AlternateContent>
              </a:graphicData>
            </a:graphic>
          </p:graphicFrame>
          <p:sp>
            <p:nvSpPr>
              <p:cNvPr id="43" name="TextBox 42"/>
              <p:cNvSpPr txBox="1"/>
              <p:nvPr userDrawn="1"/>
            </p:nvSpPr>
            <p:spPr>
              <a:xfrm rot="16200000">
                <a:off x="-5235785" y="11372600"/>
                <a:ext cx="1117601" cy="152986"/>
              </a:xfrm>
              <a:prstGeom prst="rect">
                <a:avLst/>
              </a:prstGeom>
              <a:noFill/>
            </p:spPr>
            <p:txBody>
              <a:bodyPr wrap="square" lIns="91440" tIns="91440" rIns="91440" bIns="0" rtlCol="0">
                <a:spAutoFit/>
              </a:bodyPr>
              <a:lstStyle/>
              <a:p>
                <a:pPr algn="ctr"/>
                <a:r>
                  <a:rPr lang="en-US" sz="1800" dirty="0" smtClean="0">
                    <a:solidFill>
                      <a:srgbClr val="92D050"/>
                    </a:solidFill>
                  </a:rPr>
                  <a:t>Good</a:t>
                </a:r>
                <a:r>
                  <a:rPr lang="en-US" sz="1800" baseline="0" dirty="0" smtClean="0">
                    <a:solidFill>
                      <a:srgbClr val="92D050"/>
                    </a:solidFill>
                  </a:rPr>
                  <a:t> </a:t>
                </a:r>
                <a:r>
                  <a:rPr lang="en-US" sz="1800" baseline="0" dirty="0" smtClean="0">
                    <a:solidFill>
                      <a:schemeClr val="bg1"/>
                    </a:solidFill>
                  </a:rPr>
                  <a:t>printing quality</a:t>
                </a:r>
                <a:endParaRPr lang="en-US" sz="1800" dirty="0">
                  <a:solidFill>
                    <a:schemeClr val="bg1"/>
                  </a:solidFill>
                </a:endParaRPr>
              </a:p>
            </p:txBody>
          </p:sp>
          <p:sp>
            <p:nvSpPr>
              <p:cNvPr id="44" name="TextBox 43"/>
              <p:cNvSpPr txBox="1"/>
              <p:nvPr userDrawn="1"/>
            </p:nvSpPr>
            <p:spPr>
              <a:xfrm rot="16200000">
                <a:off x="-1095250" y="11382127"/>
                <a:ext cx="1117601" cy="152986"/>
              </a:xfrm>
              <a:prstGeom prst="rect">
                <a:avLst/>
              </a:prstGeom>
              <a:noFill/>
            </p:spPr>
            <p:txBody>
              <a:bodyPr wrap="square" lIns="91440" tIns="91440" rIns="91440" bIns="0" rtlCol="0">
                <a:spAutoFit/>
              </a:bodyPr>
              <a:lstStyle/>
              <a:p>
                <a:pPr algn="ctr"/>
                <a:r>
                  <a:rPr lang="en-US" sz="1800" dirty="0" smtClean="0">
                    <a:solidFill>
                      <a:srgbClr val="FF0000"/>
                    </a:solidFill>
                  </a:rPr>
                  <a:t>Bad </a:t>
                </a:r>
                <a:r>
                  <a:rPr lang="en-US" sz="1800" dirty="0" smtClean="0">
                    <a:solidFill>
                      <a:schemeClr val="bg1"/>
                    </a:solidFill>
                  </a:rPr>
                  <a:t>printing quality</a:t>
                </a:r>
                <a:endParaRPr lang="en-US" sz="1800" dirty="0">
                  <a:solidFill>
                    <a:schemeClr val="bg1"/>
                  </a:solidFill>
                </a:endParaRPr>
              </a:p>
            </p:txBody>
          </p:sp>
        </p:grpSp>
      </p:grpSp>
      <p:grpSp>
        <p:nvGrpSpPr>
          <p:cNvPr id="55" name="Group 54"/>
          <p:cNvGrpSpPr/>
          <p:nvPr userDrawn="1"/>
        </p:nvGrpSpPr>
        <p:grpSpPr>
          <a:xfrm>
            <a:off x="27804389" y="1"/>
            <a:ext cx="12284832" cy="32956206"/>
            <a:chOff x="44157839" y="-55065"/>
            <a:chExt cx="11062139" cy="32973465"/>
          </a:xfrm>
        </p:grpSpPr>
        <p:sp>
          <p:nvSpPr>
            <p:cNvPr id="56" name="Rectangle 55"/>
            <p:cNvSpPr/>
            <p:nvPr userDrawn="1"/>
          </p:nvSpPr>
          <p:spPr>
            <a:xfrm>
              <a:off x="44157839" y="-55065"/>
              <a:ext cx="11062139" cy="32973465"/>
            </a:xfrm>
            <a:prstGeom prst="rect">
              <a:avLst/>
            </a:prstGeom>
            <a:solidFill>
              <a:schemeClr val="tx1">
                <a:lumMod val="95000"/>
                <a:lumOff val="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lIns="457200" tIns="457200" rIns="457200" bIns="0" rtlCol="0" anchor="t" anchorCtr="0"/>
            <a:lstStyle/>
            <a:p>
              <a:pPr algn="ctr"/>
              <a:r>
                <a:rPr lang="en-US" sz="3600" b="1" spc="540" dirty="0" smtClean="0">
                  <a:solidFill>
                    <a:schemeClr val="bg1"/>
                  </a:solidFill>
                  <a:latin typeface="Trebuchet MS" pitchFamily="34" charset="0"/>
                </a:rPr>
                <a:t>QUICK START (cont.)</a:t>
              </a:r>
            </a:p>
            <a:p>
              <a:pPr algn="ctr"/>
              <a:endParaRPr lang="en-US" sz="3240" b="1" baseline="0" dirty="0" smtClean="0">
                <a:solidFill>
                  <a:schemeClr val="bg1"/>
                </a:solidFill>
                <a:latin typeface="Trebuchet MS" pitchFamily="34" charset="0"/>
              </a:endParaRPr>
            </a:p>
            <a:p>
              <a:pPr algn="ctr"/>
              <a:r>
                <a:rPr lang="en-US" sz="2880" b="1" baseline="0" dirty="0" smtClean="0">
                  <a:solidFill>
                    <a:srgbClr val="FFC000"/>
                  </a:solidFill>
                  <a:latin typeface="Trebuchet MS" pitchFamily="34" charset="0"/>
                </a:rPr>
                <a:t>How to change the template color theme</a:t>
              </a:r>
            </a:p>
            <a:p>
              <a:pPr marL="0" marR="0" lvl="2" indent="0" algn="l" defTabSz="102870" rtl="0" eaLnBrk="1" fontAlgn="auto" latinLnBrk="0" hangingPunct="1">
                <a:lnSpc>
                  <a:spcPct val="100000"/>
                </a:lnSpc>
                <a:spcBef>
                  <a:spcPts val="0"/>
                </a:spcBef>
                <a:spcAft>
                  <a:spcPts val="0"/>
                </a:spcAft>
                <a:buClrTx/>
                <a:buSzTx/>
                <a:buFontTx/>
                <a:buNone/>
                <a:tabLst/>
                <a:defRPr/>
              </a:pPr>
              <a:r>
                <a:rPr lang="en-US" sz="2160" b="0" baseline="0" dirty="0" smtClean="0">
                  <a:solidFill>
                    <a:schemeClr val="bg1">
                      <a:lumMod val="75000"/>
                    </a:schemeClr>
                  </a:solidFill>
                  <a:latin typeface="Trebuchet MS" pitchFamily="34" charset="0"/>
                </a:rPr>
                <a:t>You can easily change the color theme of your poster by going to the DESIGN menu, click on COLORS, and choose the color theme of your choice. You can </a:t>
              </a:r>
              <a:r>
                <a:rPr lang="en-US" sz="2160" b="0" spc="0" baseline="0" dirty="0" smtClean="0">
                  <a:solidFill>
                    <a:schemeClr val="bg1">
                      <a:lumMod val="75000"/>
                    </a:schemeClr>
                  </a:solidFill>
                  <a:latin typeface="Trebuchet MS" pitchFamily="34" charset="0"/>
                </a:rPr>
                <a:t>also create your own color theme.</a:t>
              </a:r>
            </a:p>
            <a:p>
              <a:pPr marL="0" marR="0" lvl="2" indent="0" algn="l" defTabSz="102870" rtl="0" eaLnBrk="1" fontAlgn="auto" latinLnBrk="0" hangingPunct="1">
                <a:lnSpc>
                  <a:spcPct val="100000"/>
                </a:lnSpc>
                <a:spcBef>
                  <a:spcPts val="0"/>
                </a:spcBef>
                <a:spcAft>
                  <a:spcPts val="0"/>
                </a:spcAft>
                <a:buClrTx/>
                <a:buSzTx/>
                <a:buFontTx/>
                <a:buNone/>
                <a:tabLst/>
                <a:defRPr/>
              </a:pPr>
              <a:endParaRPr lang="en-US" sz="2160" b="0" baseline="0" dirty="0" smtClean="0">
                <a:solidFill>
                  <a:schemeClr val="bg1">
                    <a:lumMod val="75000"/>
                  </a:schemeClr>
                </a:solidFill>
                <a:latin typeface="Trebuchet MS" pitchFamily="34" charset="0"/>
              </a:endParaRPr>
            </a:p>
            <a:p>
              <a:pPr marL="0" indent="0" algn="l" defTabSz="102870"/>
              <a:endParaRPr lang="en-US" sz="2160" b="0" baseline="0" dirty="0" smtClean="0">
                <a:solidFill>
                  <a:schemeClr val="bg1">
                    <a:lumMod val="75000"/>
                  </a:schemeClr>
                </a:solidFill>
                <a:latin typeface="Trebuchet MS" pitchFamily="34" charset="0"/>
              </a:endParaRPr>
            </a:p>
            <a:p>
              <a:pPr marL="0" indent="0" algn="l" defTabSz="102870"/>
              <a:endParaRPr lang="en-US" sz="2160" b="0" baseline="0" dirty="0" smtClean="0">
                <a:solidFill>
                  <a:schemeClr val="bg1">
                    <a:lumMod val="75000"/>
                  </a:schemeClr>
                </a:solidFill>
                <a:latin typeface="Trebuchet MS" pitchFamily="34" charset="0"/>
              </a:endParaRPr>
            </a:p>
            <a:p>
              <a:pPr marL="0" indent="0" algn="l" defTabSz="102870"/>
              <a:endParaRPr lang="en-US" sz="2160" b="0" baseline="0" dirty="0" smtClean="0">
                <a:solidFill>
                  <a:schemeClr val="bg1">
                    <a:lumMod val="75000"/>
                  </a:schemeClr>
                </a:solidFill>
                <a:latin typeface="Trebuchet MS" pitchFamily="34" charset="0"/>
              </a:endParaRPr>
            </a:p>
            <a:p>
              <a:pPr marL="0" indent="0" algn="l" defTabSz="102870"/>
              <a:endParaRPr lang="en-US" sz="2160" b="0" baseline="0" dirty="0" smtClean="0">
                <a:solidFill>
                  <a:schemeClr val="bg1">
                    <a:lumMod val="75000"/>
                  </a:schemeClr>
                </a:solidFill>
                <a:latin typeface="Trebuchet MS" pitchFamily="34" charset="0"/>
              </a:endParaRPr>
            </a:p>
            <a:p>
              <a:pPr marL="0" indent="0" algn="l" defTabSz="102870"/>
              <a:endParaRPr lang="en-US" sz="2160" b="0" baseline="0" dirty="0" smtClean="0">
                <a:solidFill>
                  <a:schemeClr val="bg1">
                    <a:lumMod val="75000"/>
                  </a:schemeClr>
                </a:solidFill>
                <a:latin typeface="Trebuchet MS" pitchFamily="34" charset="0"/>
              </a:endParaRPr>
            </a:p>
            <a:p>
              <a:pPr marL="0" indent="0" algn="l" defTabSz="102870"/>
              <a:endParaRPr lang="en-US" sz="2160" b="0" baseline="0" dirty="0" smtClean="0">
                <a:solidFill>
                  <a:schemeClr val="bg1">
                    <a:lumMod val="75000"/>
                  </a:schemeClr>
                </a:solidFill>
                <a:latin typeface="Trebuchet MS" pitchFamily="34" charset="0"/>
              </a:endParaRPr>
            </a:p>
            <a:p>
              <a:pPr marL="0" indent="0" algn="l" defTabSz="102870"/>
              <a:endParaRPr lang="en-US" sz="2160" b="0" baseline="0" dirty="0" smtClean="0">
                <a:solidFill>
                  <a:schemeClr val="bg1">
                    <a:lumMod val="75000"/>
                  </a:schemeClr>
                </a:solidFill>
                <a:latin typeface="Trebuchet MS" pitchFamily="34" charset="0"/>
              </a:endParaRPr>
            </a:p>
            <a:p>
              <a:pPr marL="0" indent="0" algn="l" defTabSz="102870"/>
              <a:endParaRPr lang="en-US" sz="2160" b="0" baseline="0" dirty="0" smtClean="0">
                <a:solidFill>
                  <a:schemeClr val="bg1">
                    <a:lumMod val="75000"/>
                  </a:schemeClr>
                </a:solidFill>
                <a:latin typeface="Trebuchet MS" pitchFamily="34" charset="0"/>
              </a:endParaRPr>
            </a:p>
            <a:p>
              <a:pPr marL="0" indent="0" algn="l" defTabSz="102870"/>
              <a:r>
                <a:rPr lang="en-US" sz="2160" b="0" baseline="0" dirty="0" smtClean="0">
                  <a:solidFill>
                    <a:schemeClr val="bg1">
                      <a:lumMod val="75000"/>
                    </a:schemeClr>
                  </a:solidFill>
                  <a:latin typeface="Trebuchet MS" pitchFamily="34" charset="0"/>
                </a:rPr>
                <a:t>You can also manually change the color of your background by going to VIEW &gt; SLIDE MASTER.  After you finish working on the master be sure to go to VIEW &gt; NORMAL to continue working on your poster.</a:t>
              </a:r>
            </a:p>
            <a:p>
              <a:pPr marL="0" indent="0" algn="l" defTabSz="102870"/>
              <a:endParaRPr lang="en-US" sz="2160" b="0" baseline="0" dirty="0" smtClean="0">
                <a:solidFill>
                  <a:schemeClr val="bg1">
                    <a:lumMod val="75000"/>
                  </a:schemeClr>
                </a:solidFill>
                <a:latin typeface="Trebuchet MS" pitchFamily="34" charset="0"/>
              </a:endParaRPr>
            </a:p>
            <a:p>
              <a:pPr algn="ctr"/>
              <a:r>
                <a:rPr lang="en-US" sz="2880" b="1" baseline="0" dirty="0" smtClean="0">
                  <a:solidFill>
                    <a:srgbClr val="FFC000"/>
                  </a:solidFill>
                  <a:latin typeface="Trebuchet MS" pitchFamily="34" charset="0"/>
                </a:rPr>
                <a:t>How to add Text</a:t>
              </a:r>
            </a:p>
            <a:p>
              <a:pPr marL="3086100" lvl="2" indent="0" algn="l" defTabSz="102870"/>
              <a:r>
                <a:rPr lang="en-US" sz="2160" b="0" baseline="0" dirty="0" smtClean="0">
                  <a:solidFill>
                    <a:schemeClr val="bg1">
                      <a:lumMod val="75000"/>
                    </a:schemeClr>
                  </a:solidFill>
                  <a:latin typeface="Trebuchet MS" pitchFamily="34" charset="0"/>
                </a:rPr>
                <a:t>The template comes with a number of pre-formatted placeholders for headers and text blocks. You can add more blocks by copying and pasting the existing ones or by adding a text box from the HOME menu. </a:t>
              </a:r>
            </a:p>
            <a:p>
              <a:pPr marL="1366507" lvl="2" indent="0" algn="l" defTabSz="102870"/>
              <a:endParaRPr lang="en-US" sz="2160" b="0" baseline="0" dirty="0" smtClean="0">
                <a:solidFill>
                  <a:schemeClr val="bg1">
                    <a:lumMod val="75000"/>
                  </a:schemeClr>
                </a:solidFill>
                <a:latin typeface="Trebuchet MS" pitchFamily="34" charset="0"/>
              </a:endParaRPr>
            </a:p>
            <a:p>
              <a:pPr marL="0" marR="0" lvl="0" indent="0" algn="ctr" defTabSz="1366507" rtl="0" eaLnBrk="1" fontAlgn="auto" latinLnBrk="0" hangingPunct="1">
                <a:lnSpc>
                  <a:spcPct val="100000"/>
                </a:lnSpc>
                <a:spcBef>
                  <a:spcPts val="0"/>
                </a:spcBef>
                <a:spcAft>
                  <a:spcPts val="0"/>
                </a:spcAft>
                <a:buClrTx/>
                <a:buSzTx/>
                <a:buFontTx/>
                <a:buNone/>
                <a:tabLst/>
                <a:defRPr/>
              </a:pPr>
              <a:r>
                <a:rPr lang="en-US" sz="2160" b="0" baseline="0" dirty="0" smtClean="0">
                  <a:solidFill>
                    <a:schemeClr val="bg1">
                      <a:lumMod val="75000"/>
                    </a:schemeClr>
                  </a:solidFill>
                  <a:latin typeface="Trebuchet MS" pitchFamily="34" charset="0"/>
                </a:rPr>
                <a:t> </a:t>
              </a:r>
              <a:r>
                <a:rPr kumimoji="0" lang="en-US" sz="2880" b="1" i="0" u="none" strike="noStrike" kern="1200" cap="none" spc="0" normalizeH="0" baseline="0" noProof="0" dirty="0" smtClean="0">
                  <a:ln>
                    <a:noFill/>
                  </a:ln>
                  <a:solidFill>
                    <a:srgbClr val="FFC000"/>
                  </a:solidFill>
                  <a:effectLst/>
                  <a:uLnTx/>
                  <a:uFillTx/>
                  <a:latin typeface="Trebuchet MS" pitchFamily="34" charset="0"/>
                </a:rPr>
                <a:t>Text size</a:t>
              </a:r>
            </a:p>
            <a:p>
              <a:pPr marL="0" marR="0" lvl="0" indent="0" algn="l" defTabSz="102870" rtl="0" eaLnBrk="1" fontAlgn="auto" latinLnBrk="0" hangingPunct="1">
                <a:lnSpc>
                  <a:spcPct val="100000"/>
                </a:lnSpc>
                <a:spcBef>
                  <a:spcPts val="0"/>
                </a:spcBef>
                <a:spcAft>
                  <a:spcPts val="0"/>
                </a:spcAft>
                <a:buClrTx/>
                <a:buSzTx/>
                <a:buFontTx/>
                <a:buNone/>
                <a:tabLst/>
                <a:defRPr/>
              </a:pPr>
              <a:r>
                <a:rPr kumimoji="0" lang="en-US" sz="2160" b="0" i="0" u="none" strike="noStrike" kern="1200" cap="none" spc="0" normalizeH="0" baseline="0" noProof="0" dirty="0" smtClean="0">
                  <a:ln>
                    <a:noFill/>
                  </a:ln>
                  <a:solidFill>
                    <a:prstClr val="white">
                      <a:lumMod val="75000"/>
                    </a:prstClr>
                  </a:solidFill>
                  <a:effectLst/>
                  <a:uLnTx/>
                  <a:uFillTx/>
                  <a:latin typeface="Trebuchet MS" pitchFamily="34" charset="0"/>
                </a:rPr>
                <a:t>Adjust the size of your text based on how much content you have to present. </a:t>
              </a:r>
              <a:br>
                <a:rPr kumimoji="0" lang="en-US" sz="2160" b="0" i="0" u="none" strike="noStrike" kern="1200" cap="none" spc="0" normalizeH="0" baseline="0" noProof="0" dirty="0" smtClean="0">
                  <a:ln>
                    <a:noFill/>
                  </a:ln>
                  <a:solidFill>
                    <a:prstClr val="white">
                      <a:lumMod val="75000"/>
                    </a:prstClr>
                  </a:solidFill>
                  <a:effectLst/>
                  <a:uLnTx/>
                  <a:uFillTx/>
                  <a:latin typeface="Trebuchet MS" pitchFamily="34" charset="0"/>
                </a:rPr>
              </a:br>
              <a:r>
                <a:rPr kumimoji="0" lang="en-US" sz="2160" b="0" i="0" u="none" strike="noStrike" kern="1200" cap="none" spc="0" normalizeH="0" baseline="0" noProof="0" dirty="0" smtClean="0">
                  <a:ln>
                    <a:noFill/>
                  </a:ln>
                  <a:solidFill>
                    <a:prstClr val="white">
                      <a:lumMod val="75000"/>
                    </a:prstClr>
                  </a:solidFill>
                  <a:effectLst/>
                  <a:uLnTx/>
                  <a:uFillTx/>
                  <a:latin typeface="Trebuchet MS" pitchFamily="34" charset="0"/>
                </a:rPr>
                <a:t>The default template text offers a good starting point. Follow the conference requirements.</a:t>
              </a:r>
              <a:endParaRPr lang="en-US" sz="2160" b="0" baseline="0" dirty="0" smtClean="0">
                <a:solidFill>
                  <a:schemeClr val="bg1">
                    <a:lumMod val="75000"/>
                  </a:schemeClr>
                </a:solidFill>
                <a:latin typeface="Trebuchet MS" pitchFamily="34" charset="0"/>
              </a:endParaRPr>
            </a:p>
            <a:p>
              <a:pPr marL="1366507" lvl="2" indent="0" algn="l" defTabSz="102870"/>
              <a:endParaRPr lang="en-US" sz="2160" b="0" baseline="0" dirty="0" smtClean="0">
                <a:solidFill>
                  <a:schemeClr val="bg1">
                    <a:lumMod val="75000"/>
                  </a:schemeClr>
                </a:solidFill>
                <a:latin typeface="Trebuchet MS" pitchFamily="34" charset="0"/>
              </a:endParaRPr>
            </a:p>
            <a:p>
              <a:pPr algn="ctr"/>
              <a:r>
                <a:rPr lang="en-US" sz="2880" b="1" baseline="0" dirty="0" smtClean="0">
                  <a:solidFill>
                    <a:srgbClr val="FFC000"/>
                  </a:solidFill>
                  <a:latin typeface="Trebuchet MS" pitchFamily="34" charset="0"/>
                </a:rPr>
                <a:t>How to add Tables</a:t>
              </a:r>
            </a:p>
            <a:p>
              <a:pPr marL="1800225" lvl="1" indent="0" algn="l" defTabSz="102870"/>
              <a:r>
                <a:rPr lang="en-US" sz="2160" b="0" baseline="0" dirty="0" smtClean="0">
                  <a:solidFill>
                    <a:schemeClr val="bg1">
                      <a:lumMod val="75000"/>
                    </a:schemeClr>
                  </a:solidFill>
                  <a:latin typeface="Trebuchet MS" pitchFamily="34" charset="0"/>
                </a:rPr>
                <a:t>To add a table from scratch go to the INSERT menu and </a:t>
              </a:r>
              <a:br>
                <a:rPr lang="en-US" sz="2160" b="0" baseline="0" dirty="0" smtClean="0">
                  <a:solidFill>
                    <a:schemeClr val="bg1">
                      <a:lumMod val="75000"/>
                    </a:schemeClr>
                  </a:solidFill>
                  <a:latin typeface="Trebuchet MS" pitchFamily="34" charset="0"/>
                </a:rPr>
              </a:br>
              <a:r>
                <a:rPr lang="en-US" sz="2160" b="0" baseline="0" dirty="0" smtClean="0">
                  <a:solidFill>
                    <a:schemeClr val="bg1">
                      <a:lumMod val="75000"/>
                    </a:schemeClr>
                  </a:solidFill>
                  <a:latin typeface="Trebuchet MS" pitchFamily="34" charset="0"/>
                </a:rPr>
                <a:t>click on TABLE. A drop-down box will help you select rows and columns. </a:t>
              </a:r>
            </a:p>
            <a:p>
              <a:pPr marL="0" lvl="0" indent="0" algn="l" defTabSz="102870"/>
              <a:r>
                <a:rPr lang="en-US" sz="2160" b="0" baseline="0" dirty="0" smtClean="0">
                  <a:solidFill>
                    <a:schemeClr val="bg1">
                      <a:lumMod val="75000"/>
                    </a:schemeClr>
                  </a:solidFill>
                  <a:latin typeface="Trebuchet MS" pitchFamily="34" charset="0"/>
                </a:rPr>
                <a:t>You can also copy and a paste a table from Word or another PowerPoint document. A pasted table may need to be re-formatted by RIGHT-CLICK &gt; FORMAT SHAPE, TEXT BOX, Margins.</a:t>
              </a:r>
            </a:p>
            <a:p>
              <a:pPr marL="0" lvl="0" indent="0" algn="l" defTabSz="102870"/>
              <a:endParaRPr lang="en-US" sz="2160" b="0" baseline="0" dirty="0" smtClean="0">
                <a:solidFill>
                  <a:schemeClr val="bg1">
                    <a:lumMod val="75000"/>
                  </a:schemeClr>
                </a:solidFill>
                <a:latin typeface="Trebuchet MS" pitchFamily="34" charset="0"/>
              </a:endParaRPr>
            </a:p>
            <a:p>
              <a:pPr marL="0" marR="0" lvl="0" indent="0" algn="ctr" defTabSz="1366507" rtl="0" eaLnBrk="1" fontAlgn="auto" latinLnBrk="0" hangingPunct="1">
                <a:lnSpc>
                  <a:spcPct val="100000"/>
                </a:lnSpc>
                <a:spcBef>
                  <a:spcPts val="0"/>
                </a:spcBef>
                <a:spcAft>
                  <a:spcPts val="0"/>
                </a:spcAft>
                <a:buClrTx/>
                <a:buSzTx/>
                <a:buFontTx/>
                <a:buNone/>
                <a:tabLst/>
                <a:defRPr/>
              </a:pPr>
              <a:r>
                <a:rPr kumimoji="0" lang="en-US" sz="2880" b="1" i="0" u="none" strike="noStrike" kern="1200" cap="none" spc="0" normalizeH="0" baseline="0" noProof="0" dirty="0" smtClean="0">
                  <a:ln>
                    <a:noFill/>
                  </a:ln>
                  <a:solidFill>
                    <a:srgbClr val="FFC000"/>
                  </a:solidFill>
                  <a:effectLst/>
                  <a:uLnTx/>
                  <a:uFillTx/>
                  <a:latin typeface="Trebuchet MS" pitchFamily="34" charset="0"/>
                </a:rPr>
                <a:t>Graphs / Charts</a:t>
              </a:r>
            </a:p>
            <a:p>
              <a:pPr marL="0" marR="0" lvl="0" indent="0" algn="l" defTabSz="102870" rtl="0" eaLnBrk="1" fontAlgn="auto" latinLnBrk="0" hangingPunct="1">
                <a:lnSpc>
                  <a:spcPct val="100000"/>
                </a:lnSpc>
                <a:spcBef>
                  <a:spcPts val="0"/>
                </a:spcBef>
                <a:spcAft>
                  <a:spcPts val="0"/>
                </a:spcAft>
                <a:buClrTx/>
                <a:buSzTx/>
                <a:buFontTx/>
                <a:buNone/>
                <a:tabLst/>
                <a:defRPr/>
              </a:pPr>
              <a:r>
                <a:rPr kumimoji="0" lang="en-US" sz="2160" b="0" i="0" u="none" strike="noStrike" kern="1200" cap="none" spc="0" normalizeH="0" baseline="0" noProof="0" dirty="0" smtClean="0">
                  <a:ln>
                    <a:noFill/>
                  </a:ln>
                  <a:solidFill>
                    <a:prstClr val="white">
                      <a:lumMod val="75000"/>
                    </a:prstClr>
                  </a:solidFill>
                  <a:effectLst/>
                  <a:uLnTx/>
                  <a:uFillTx/>
                  <a:latin typeface="Trebuchet MS" pitchFamily="34" charset="0"/>
                </a:rPr>
                <a:t>You can simply copy and paste charts and graphs from Excel or Word. Some reformatting may be required depending on how the original document has been created.</a:t>
              </a:r>
            </a:p>
            <a:p>
              <a:pPr marL="0" marR="0" lvl="0" indent="0" algn="l" defTabSz="102870" rtl="0" eaLnBrk="1" fontAlgn="auto" latinLnBrk="0" hangingPunct="1">
                <a:lnSpc>
                  <a:spcPct val="100000"/>
                </a:lnSpc>
                <a:spcBef>
                  <a:spcPts val="0"/>
                </a:spcBef>
                <a:spcAft>
                  <a:spcPts val="0"/>
                </a:spcAft>
                <a:buClrTx/>
                <a:buSzTx/>
                <a:buFontTx/>
                <a:buNone/>
                <a:tabLst/>
                <a:defRPr/>
              </a:pPr>
              <a:endParaRPr kumimoji="0" lang="en-US" sz="2160" b="0" i="0" u="none" strike="noStrike" kern="1200" cap="none" spc="0" normalizeH="0" baseline="0" noProof="0" dirty="0" smtClean="0">
                <a:ln>
                  <a:noFill/>
                </a:ln>
                <a:solidFill>
                  <a:prstClr val="white">
                    <a:lumMod val="75000"/>
                  </a:prstClr>
                </a:solidFill>
                <a:effectLst/>
                <a:uLnTx/>
                <a:uFillTx/>
                <a:latin typeface="Trebuchet MS" pitchFamily="34" charset="0"/>
              </a:endParaRPr>
            </a:p>
            <a:p>
              <a:pPr marL="0" marR="0" lvl="0" indent="0" algn="ctr" defTabSz="1366507" rtl="0" eaLnBrk="1" fontAlgn="auto" latinLnBrk="0" hangingPunct="1">
                <a:lnSpc>
                  <a:spcPct val="100000"/>
                </a:lnSpc>
                <a:spcBef>
                  <a:spcPts val="0"/>
                </a:spcBef>
                <a:spcAft>
                  <a:spcPts val="0"/>
                </a:spcAft>
                <a:buClrTx/>
                <a:buSzTx/>
                <a:buFontTx/>
                <a:buNone/>
                <a:tabLst/>
                <a:defRPr/>
              </a:pPr>
              <a:r>
                <a:rPr kumimoji="0" lang="en-US" sz="2880" b="1" i="0" u="none" strike="noStrike" kern="1200" cap="none" spc="0" normalizeH="0" baseline="0" noProof="0" dirty="0" smtClean="0">
                  <a:ln>
                    <a:noFill/>
                  </a:ln>
                  <a:solidFill>
                    <a:srgbClr val="FFC000"/>
                  </a:solidFill>
                  <a:effectLst/>
                  <a:uLnTx/>
                  <a:uFillTx/>
                  <a:latin typeface="Trebuchet MS" pitchFamily="34" charset="0"/>
                </a:rPr>
                <a:t>How to change the column configuration</a:t>
              </a:r>
            </a:p>
            <a:p>
              <a:pPr marL="0" marR="0" lvl="0" indent="0" algn="l" defTabSz="102870" rtl="0" eaLnBrk="1" fontAlgn="auto" latinLnBrk="0" hangingPunct="1">
                <a:lnSpc>
                  <a:spcPct val="100000"/>
                </a:lnSpc>
                <a:spcBef>
                  <a:spcPts val="0"/>
                </a:spcBef>
                <a:spcAft>
                  <a:spcPts val="0"/>
                </a:spcAft>
                <a:buClrTx/>
                <a:buSzTx/>
                <a:buFontTx/>
                <a:buNone/>
                <a:tabLst/>
                <a:defRPr/>
              </a:pPr>
              <a:r>
                <a:rPr kumimoji="0" lang="en-US" sz="2160" b="0" i="0" u="none" strike="noStrike" kern="1200" cap="none" spc="0" normalizeH="0" baseline="0" noProof="0" dirty="0" smtClean="0">
                  <a:ln>
                    <a:noFill/>
                  </a:ln>
                  <a:solidFill>
                    <a:prstClr val="white">
                      <a:lumMod val="75000"/>
                    </a:prstClr>
                  </a:solidFill>
                  <a:effectLst/>
                  <a:uLnTx/>
                  <a:uFillTx/>
                  <a:latin typeface="Trebuchet MS" pitchFamily="34" charset="0"/>
                </a:rPr>
                <a:t>RIGHT-CLICK on the poster background and select LAYOUT to see the column options available for this template. The poster columns can also be customized on the Master. VIEW &gt; MASTER.</a:t>
              </a:r>
            </a:p>
            <a:p>
              <a:pPr marL="0" marR="0" lvl="0" indent="0" algn="ctr" defTabSz="1366507" rtl="0" eaLnBrk="1" fontAlgn="auto" latinLnBrk="0" hangingPunct="1">
                <a:lnSpc>
                  <a:spcPct val="100000"/>
                </a:lnSpc>
                <a:spcBef>
                  <a:spcPts val="0"/>
                </a:spcBef>
                <a:spcAft>
                  <a:spcPts val="0"/>
                </a:spcAft>
                <a:buClrTx/>
                <a:buSzTx/>
                <a:buFontTx/>
                <a:buNone/>
                <a:tabLst/>
                <a:defRPr/>
              </a:pPr>
              <a:endParaRPr kumimoji="0" lang="en-US" sz="2880" b="1" i="0" u="none" strike="noStrike" kern="1200" cap="none" spc="0" normalizeH="0" baseline="0" noProof="0" dirty="0" smtClean="0">
                <a:ln>
                  <a:noFill/>
                </a:ln>
                <a:solidFill>
                  <a:srgbClr val="FFC000"/>
                </a:solidFill>
                <a:effectLst/>
                <a:uLnTx/>
                <a:uFillTx/>
                <a:latin typeface="Trebuchet MS" pitchFamily="34" charset="0"/>
              </a:endParaRPr>
            </a:p>
            <a:p>
              <a:pPr marL="0" marR="0" lvl="0" indent="0" algn="ctr" defTabSz="1366507" rtl="0" eaLnBrk="1" fontAlgn="auto" latinLnBrk="0" hangingPunct="1">
                <a:lnSpc>
                  <a:spcPct val="100000"/>
                </a:lnSpc>
                <a:spcBef>
                  <a:spcPts val="0"/>
                </a:spcBef>
                <a:spcAft>
                  <a:spcPts val="0"/>
                </a:spcAft>
                <a:buClrTx/>
                <a:buSzTx/>
                <a:buFontTx/>
                <a:buNone/>
                <a:tabLst/>
                <a:defRPr/>
              </a:pPr>
              <a:r>
                <a:rPr kumimoji="0" lang="en-US" sz="2880" b="1" i="0" u="none" strike="noStrike" kern="1200" cap="none" spc="0" normalizeH="0" baseline="0" noProof="0" dirty="0" smtClean="0">
                  <a:ln>
                    <a:noFill/>
                  </a:ln>
                  <a:solidFill>
                    <a:srgbClr val="FFC000"/>
                  </a:solidFill>
                  <a:effectLst/>
                  <a:uLnTx/>
                  <a:uFillTx/>
                  <a:latin typeface="Trebuchet MS" pitchFamily="34" charset="0"/>
                </a:rPr>
                <a:t>How to remove the info bars</a:t>
              </a:r>
            </a:p>
            <a:p>
              <a:pPr marL="0" marR="0" lvl="0" indent="0" algn="l" defTabSz="102870" rtl="0" eaLnBrk="1" fontAlgn="auto" latinLnBrk="0" hangingPunct="1">
                <a:lnSpc>
                  <a:spcPct val="100000"/>
                </a:lnSpc>
                <a:spcBef>
                  <a:spcPts val="0"/>
                </a:spcBef>
                <a:spcAft>
                  <a:spcPts val="0"/>
                </a:spcAft>
                <a:buClrTx/>
                <a:buSzTx/>
                <a:buFontTx/>
                <a:buNone/>
                <a:tabLst/>
                <a:defRPr/>
              </a:pPr>
              <a:r>
                <a:rPr kumimoji="0" lang="en-US" sz="2160" b="0" i="0" u="none" strike="noStrike" kern="1200" cap="none" spc="0" normalizeH="0" baseline="0" noProof="0" dirty="0" smtClean="0">
                  <a:ln>
                    <a:noFill/>
                  </a:ln>
                  <a:solidFill>
                    <a:prstClr val="white">
                      <a:lumMod val="75000"/>
                    </a:prstClr>
                  </a:solidFill>
                  <a:effectLst/>
                  <a:uLnTx/>
                  <a:uFillTx/>
                  <a:latin typeface="Trebuchet MS" pitchFamily="34" charset="0"/>
                </a:rPr>
                <a:t>If you are working in PowerPoint for Windows and have finished your poster, save as PDF and the bars will not be included. You can also delete them by going to VIEW &gt; MASTER. On the Mac adjust the Page-Setup to match the Page-Setup in PowerPoint before you create a PDF. You can also delete them from the Slide Master.</a:t>
              </a:r>
            </a:p>
            <a:p>
              <a:pPr marL="0" marR="0" lvl="0" indent="0" algn="l" defTabSz="102870" rtl="0" eaLnBrk="1" fontAlgn="auto" latinLnBrk="0" hangingPunct="1">
                <a:lnSpc>
                  <a:spcPct val="100000"/>
                </a:lnSpc>
                <a:spcBef>
                  <a:spcPts val="0"/>
                </a:spcBef>
                <a:spcAft>
                  <a:spcPts val="0"/>
                </a:spcAft>
                <a:buClrTx/>
                <a:buSzTx/>
                <a:buFontTx/>
                <a:buNone/>
                <a:tabLst/>
                <a:defRPr/>
              </a:pPr>
              <a:endParaRPr kumimoji="0" lang="en-US" sz="2160" b="0" i="0" u="none" strike="noStrike" kern="1200" cap="none" spc="0" normalizeH="0" baseline="0" noProof="0" dirty="0" smtClean="0">
                <a:ln>
                  <a:noFill/>
                </a:ln>
                <a:solidFill>
                  <a:prstClr val="white">
                    <a:lumMod val="75000"/>
                  </a:prstClr>
                </a:solidFill>
                <a:effectLst/>
                <a:uLnTx/>
                <a:uFillTx/>
                <a:latin typeface="Trebuchet MS" pitchFamily="34" charset="0"/>
              </a:endParaRPr>
            </a:p>
            <a:p>
              <a:pPr marL="0" marR="0" lvl="0" indent="0" algn="ctr" defTabSz="1366507" rtl="0" eaLnBrk="1" fontAlgn="auto" latinLnBrk="0" hangingPunct="1">
                <a:lnSpc>
                  <a:spcPct val="100000"/>
                </a:lnSpc>
                <a:spcBef>
                  <a:spcPts val="0"/>
                </a:spcBef>
                <a:spcAft>
                  <a:spcPts val="0"/>
                </a:spcAft>
                <a:buClrTx/>
                <a:buSzTx/>
                <a:buFontTx/>
                <a:buNone/>
                <a:tabLst/>
                <a:defRPr/>
              </a:pPr>
              <a:r>
                <a:rPr kumimoji="0" lang="en-US" sz="2880" b="1" i="0" u="none" strike="noStrike" kern="1200" cap="none" spc="0" normalizeH="0" baseline="0" noProof="0" dirty="0" smtClean="0">
                  <a:ln>
                    <a:noFill/>
                  </a:ln>
                  <a:solidFill>
                    <a:srgbClr val="FFC000"/>
                  </a:solidFill>
                  <a:effectLst/>
                  <a:uLnTx/>
                  <a:uFillTx/>
                  <a:latin typeface="Trebuchet MS" pitchFamily="34" charset="0"/>
                </a:rPr>
                <a:t>Save your work</a:t>
              </a:r>
            </a:p>
            <a:p>
              <a:pPr marL="0" marR="0" lvl="0" indent="0" algn="l" defTabSz="102870" rtl="0" eaLnBrk="1" fontAlgn="auto" latinLnBrk="0" hangingPunct="1">
                <a:lnSpc>
                  <a:spcPct val="100000"/>
                </a:lnSpc>
                <a:spcBef>
                  <a:spcPts val="0"/>
                </a:spcBef>
                <a:spcAft>
                  <a:spcPts val="0"/>
                </a:spcAft>
                <a:buClrTx/>
                <a:buSzTx/>
                <a:buFontTx/>
                <a:buNone/>
                <a:tabLst/>
                <a:defRPr/>
              </a:pPr>
              <a:r>
                <a:rPr kumimoji="0" lang="en-US" sz="2160" b="0" i="0" u="none" strike="noStrike" kern="1200" cap="none" spc="0" normalizeH="0" baseline="0" noProof="0" dirty="0" smtClean="0">
                  <a:ln>
                    <a:noFill/>
                  </a:ln>
                  <a:solidFill>
                    <a:prstClr val="white">
                      <a:lumMod val="75000"/>
                    </a:prstClr>
                  </a:solidFill>
                  <a:effectLst/>
                  <a:uLnTx/>
                  <a:uFillTx/>
                  <a:latin typeface="Trebuchet MS" pitchFamily="34" charset="0"/>
                </a:rPr>
                <a:t>Save your template as a PowerPoint document. For printing, save as PowerPoint or “Print-quality” PDF.</a:t>
              </a:r>
            </a:p>
            <a:p>
              <a:pPr marL="0" marR="0" lvl="0" indent="0" algn="l" defTabSz="102870" rtl="0" eaLnBrk="1" fontAlgn="auto" latinLnBrk="0" hangingPunct="1">
                <a:lnSpc>
                  <a:spcPct val="100000"/>
                </a:lnSpc>
                <a:spcBef>
                  <a:spcPts val="0"/>
                </a:spcBef>
                <a:spcAft>
                  <a:spcPts val="0"/>
                </a:spcAft>
                <a:buClrTx/>
                <a:buSzTx/>
                <a:buFontTx/>
                <a:buNone/>
                <a:tabLst/>
                <a:defRPr/>
              </a:pPr>
              <a:endParaRPr lang="en-US" sz="2160" b="0" baseline="0" dirty="0" smtClean="0">
                <a:solidFill>
                  <a:schemeClr val="bg1">
                    <a:lumMod val="75000"/>
                  </a:schemeClr>
                </a:solidFill>
                <a:latin typeface="Trebuchet MS" pitchFamily="34" charset="0"/>
              </a:endParaRPr>
            </a:p>
            <a:p>
              <a:pPr marL="0" marR="0" lvl="0" indent="0" algn="ctr" defTabSz="1366507" rtl="0" eaLnBrk="1" fontAlgn="auto" latinLnBrk="0" hangingPunct="1">
                <a:lnSpc>
                  <a:spcPct val="100000"/>
                </a:lnSpc>
                <a:spcBef>
                  <a:spcPts val="0"/>
                </a:spcBef>
                <a:spcAft>
                  <a:spcPts val="0"/>
                </a:spcAft>
                <a:buClrTx/>
                <a:buSzTx/>
                <a:buFontTx/>
                <a:buNone/>
                <a:tabLst/>
                <a:defRPr/>
              </a:pPr>
              <a:r>
                <a:rPr kumimoji="0" lang="en-US" sz="2880" b="1" i="0" u="none" strike="noStrike" kern="1200" cap="none" spc="0" normalizeH="0" baseline="0" noProof="0" dirty="0" smtClean="0">
                  <a:ln>
                    <a:noFill/>
                  </a:ln>
                  <a:solidFill>
                    <a:srgbClr val="FFC000"/>
                  </a:solidFill>
                  <a:effectLst/>
                  <a:uLnTx/>
                  <a:uFillTx/>
                  <a:latin typeface="Trebuchet MS" pitchFamily="34" charset="0"/>
                </a:rPr>
                <a:t>Print your poster</a:t>
              </a:r>
            </a:p>
            <a:p>
              <a:pPr marL="0" marR="0" lvl="0" indent="0" algn="l" defTabSz="102870" rtl="0" eaLnBrk="1" fontAlgn="auto" latinLnBrk="0" hangingPunct="1">
                <a:lnSpc>
                  <a:spcPct val="100000"/>
                </a:lnSpc>
                <a:spcBef>
                  <a:spcPts val="0"/>
                </a:spcBef>
                <a:spcAft>
                  <a:spcPts val="0"/>
                </a:spcAft>
                <a:buClrTx/>
                <a:buSzTx/>
                <a:buFontTx/>
                <a:buNone/>
                <a:tabLst/>
                <a:defRPr/>
              </a:pPr>
              <a:r>
                <a:rPr kumimoji="0" lang="en-US" sz="2160" b="0" i="0" u="none" strike="noStrike" kern="1200" cap="none" spc="0" normalizeH="0" baseline="0" noProof="0" dirty="0" smtClean="0">
                  <a:ln>
                    <a:noFill/>
                  </a:ln>
                  <a:solidFill>
                    <a:prstClr val="white">
                      <a:lumMod val="75000"/>
                    </a:prstClr>
                  </a:solidFill>
                  <a:effectLst/>
                  <a:uLnTx/>
                  <a:uFillTx/>
                  <a:latin typeface="Trebuchet MS" pitchFamily="34" charset="0"/>
                </a:rPr>
                <a:t>When you are ready to have your poster printed go online to PosterPresentations.com and click on the “Order Your Poster” button. Choose the poster type the best suits your needs and submit your order. If you submit a PowerPoint document you will be receiving a PDF proof for your approval prior to printing. If your order is placed and paid for before noon, Pacific, Monday through Friday, your order will ship out that same day. Next day, Second day, Third day, and Free Ground services are offered. Go to PosterPresentations.com for more information.</a:t>
              </a:r>
            </a:p>
            <a:p>
              <a:pPr marL="0" marR="0" lvl="0" indent="0" algn="l" defTabSz="102870" rtl="0" eaLnBrk="1" fontAlgn="auto" latinLnBrk="0" hangingPunct="1">
                <a:lnSpc>
                  <a:spcPct val="100000"/>
                </a:lnSpc>
                <a:spcBef>
                  <a:spcPts val="0"/>
                </a:spcBef>
                <a:spcAft>
                  <a:spcPts val="0"/>
                </a:spcAft>
                <a:buClrTx/>
                <a:buSzTx/>
                <a:buFontTx/>
                <a:buNone/>
                <a:tabLst/>
                <a:defRPr/>
              </a:pPr>
              <a:endParaRPr kumimoji="0" lang="en-US" sz="2520" b="0" i="0" u="none" strike="noStrike" kern="1200" cap="none" spc="0" normalizeH="0" baseline="0" noProof="0" dirty="0" smtClean="0">
                <a:ln>
                  <a:noFill/>
                </a:ln>
                <a:solidFill>
                  <a:prstClr val="white">
                    <a:lumMod val="75000"/>
                  </a:prstClr>
                </a:solidFill>
                <a:effectLst/>
                <a:uLnTx/>
                <a:uFillTx/>
                <a:latin typeface="Trebuchet MS" pitchFamily="34" charset="0"/>
              </a:endParaRPr>
            </a:p>
          </p:txBody>
        </p:sp>
        <p:graphicFrame>
          <p:nvGraphicFramePr>
            <p:cNvPr id="57" name="Object 56"/>
            <p:cNvGraphicFramePr>
              <a:graphicFrameLocks noChangeAspect="1"/>
            </p:cNvGraphicFramePr>
            <p:nvPr userDrawn="1">
              <p:extLst>
                <p:ext uri="{D42A27DB-BD31-4B8C-83A1-F6EECF244321}">
                  <p14:modId xmlns:p14="http://schemas.microsoft.com/office/powerpoint/2010/main" val="4022661947"/>
                </p:ext>
              </p:extLst>
            </p:nvPr>
          </p:nvGraphicFramePr>
          <p:xfrm>
            <a:off x="46871237" y="3286607"/>
            <a:ext cx="5586150" cy="2063772"/>
          </p:xfrm>
          <a:graphic>
            <a:graphicData uri="http://schemas.openxmlformats.org/presentationml/2006/ole">
              <mc:AlternateContent xmlns:mc="http://schemas.openxmlformats.org/markup-compatibility/2006">
                <mc:Choice xmlns:v="urn:schemas-microsoft-com:vml" Requires="v">
                  <p:oleObj spid="_x0000_s2213" name="Image" r:id="rId12" imgW="4571280" imgH="1688760" progId="Photoshop.Image.13">
                    <p:embed/>
                  </p:oleObj>
                </mc:Choice>
                <mc:Fallback>
                  <p:oleObj name="Image" r:id="rId12" imgW="4571280" imgH="1688760" progId="Photoshop.Image.13">
                    <p:embed/>
                    <p:pic>
                      <p:nvPicPr>
                        <p:cNvPr id="0" name=""/>
                        <p:cNvPicPr/>
                        <p:nvPr/>
                      </p:nvPicPr>
                      <p:blipFill>
                        <a:blip r:embed="rId13"/>
                        <a:stretch>
                          <a:fillRect/>
                        </a:stretch>
                      </p:blipFill>
                      <p:spPr>
                        <a:xfrm>
                          <a:off x="46871237" y="3286607"/>
                          <a:ext cx="5586150" cy="2063772"/>
                        </a:xfrm>
                        <a:prstGeom prst="rect">
                          <a:avLst/>
                        </a:prstGeom>
                      </p:spPr>
                    </p:pic>
                  </p:oleObj>
                </mc:Fallback>
              </mc:AlternateContent>
            </a:graphicData>
          </a:graphic>
        </p:graphicFrame>
        <p:pic>
          <p:nvPicPr>
            <p:cNvPr id="58" name="Picture 57"/>
            <p:cNvPicPr>
              <a:picLocks noChangeAspect="1"/>
            </p:cNvPicPr>
            <p:nvPr userDrawn="1"/>
          </p:nvPicPr>
          <p:blipFill>
            <a:blip r:embed="rId14"/>
            <a:stretch>
              <a:fillRect/>
            </a:stretch>
          </p:blipFill>
          <p:spPr>
            <a:xfrm>
              <a:off x="44487207" y="7579895"/>
              <a:ext cx="2969584" cy="1370577"/>
            </a:xfrm>
            <a:prstGeom prst="rect">
              <a:avLst/>
            </a:prstGeom>
            <a:ln>
              <a:noFill/>
            </a:ln>
          </p:spPr>
        </p:pic>
        <p:graphicFrame>
          <p:nvGraphicFramePr>
            <p:cNvPr id="59" name="Object 58"/>
            <p:cNvGraphicFramePr>
              <a:graphicFrameLocks noChangeAspect="1"/>
            </p:cNvGraphicFramePr>
            <p:nvPr userDrawn="1">
              <p:extLst>
                <p:ext uri="{D42A27DB-BD31-4B8C-83A1-F6EECF244321}">
                  <p14:modId xmlns:p14="http://schemas.microsoft.com/office/powerpoint/2010/main" val="1198015845"/>
                </p:ext>
              </p:extLst>
            </p:nvPr>
          </p:nvGraphicFramePr>
          <p:xfrm>
            <a:off x="44629619" y="11328671"/>
            <a:ext cx="1482266" cy="992162"/>
          </p:xfrm>
          <a:graphic>
            <a:graphicData uri="http://schemas.openxmlformats.org/presentationml/2006/ole">
              <mc:AlternateContent xmlns:mc="http://schemas.openxmlformats.org/markup-compatibility/2006">
                <mc:Choice xmlns:v="urn:schemas-microsoft-com:vml" Requires="v">
                  <p:oleObj spid="_x0000_s2214" name="Image" r:id="rId15" imgW="1574280" imgH="1053720" progId="Photoshop.Image.13">
                    <p:embed/>
                  </p:oleObj>
                </mc:Choice>
                <mc:Fallback>
                  <p:oleObj name="Image" r:id="rId15" imgW="1574280" imgH="1053720" progId="Photoshop.Image.13">
                    <p:embed/>
                    <p:pic>
                      <p:nvPicPr>
                        <p:cNvPr id="0" name=""/>
                        <p:cNvPicPr/>
                        <p:nvPr/>
                      </p:nvPicPr>
                      <p:blipFill>
                        <a:blip r:embed="rId16"/>
                        <a:stretch>
                          <a:fillRect/>
                        </a:stretch>
                      </p:blipFill>
                      <p:spPr>
                        <a:xfrm>
                          <a:off x="44629619" y="11328671"/>
                          <a:ext cx="1482266" cy="992162"/>
                        </a:xfrm>
                        <a:prstGeom prst="rect">
                          <a:avLst/>
                        </a:prstGeom>
                      </p:spPr>
                    </p:pic>
                  </p:oleObj>
                </mc:Fallback>
              </mc:AlternateContent>
            </a:graphicData>
          </a:graphic>
        </p:graphicFrame>
        <p:grpSp>
          <p:nvGrpSpPr>
            <p:cNvPr id="60" name="Group 59"/>
            <p:cNvGrpSpPr/>
            <p:nvPr userDrawn="1"/>
          </p:nvGrpSpPr>
          <p:grpSpPr>
            <a:xfrm>
              <a:off x="44487207" y="29414560"/>
              <a:ext cx="10354213" cy="1265612"/>
              <a:chOff x="44200453" y="28362386"/>
              <a:chExt cx="9771399" cy="1090622"/>
            </a:xfrm>
          </p:grpSpPr>
          <p:sp>
            <p:nvSpPr>
              <p:cNvPr id="62" name="Rounded Rectangle 61"/>
              <p:cNvSpPr/>
              <p:nvPr userDrawn="1"/>
            </p:nvSpPr>
            <p:spPr>
              <a:xfrm>
                <a:off x="44200453" y="28362386"/>
                <a:ext cx="9771398" cy="1090622"/>
              </a:xfrm>
              <a:prstGeom prst="round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6660"/>
              </a:p>
            </p:txBody>
          </p:sp>
          <p:pic>
            <p:nvPicPr>
              <p:cNvPr id="63" name="Picture 7" descr="http://t2.gstatic.com/images?q=tbn:ANd9GcR4APHC6TT9w54M2zn_pvCiBxUNcspYPoVxirLRphBoJabfSvu7zw">
                <a:hlinkClick r:id="rId17"/>
              </p:cNvPr>
              <p:cNvPicPr>
                <a:picLocks noChangeAspect="1" noChangeArrowheads="1"/>
              </p:cNvPicPr>
              <p:nvPr userDrawn="1"/>
            </p:nvPicPr>
            <p:blipFill>
              <a:blip r:embed="rId18" cstate="print"/>
              <a:srcRect/>
              <a:stretch>
                <a:fillRect/>
              </a:stretch>
            </p:blipFill>
            <p:spPr bwMode="auto">
              <a:xfrm>
                <a:off x="44326393" y="28460718"/>
                <a:ext cx="914401" cy="914399"/>
              </a:xfrm>
              <a:prstGeom prst="rect">
                <a:avLst/>
              </a:prstGeom>
              <a:noFill/>
              <a:ln>
                <a:noFill/>
              </a:ln>
            </p:spPr>
          </p:pic>
          <p:sp>
            <p:nvSpPr>
              <p:cNvPr id="64" name="TextBox 63"/>
              <p:cNvSpPr txBox="1"/>
              <p:nvPr userDrawn="1"/>
            </p:nvSpPr>
            <p:spPr>
              <a:xfrm>
                <a:off x="45300663" y="28552305"/>
                <a:ext cx="8671189" cy="652787"/>
              </a:xfrm>
              <a:prstGeom prst="rect">
                <a:avLst/>
              </a:prstGeom>
              <a:noFill/>
              <a:ln>
                <a:noFill/>
              </a:ln>
            </p:spPr>
            <p:txBody>
              <a:bodyPr wrap="square" rtlCol="0">
                <a:spAutoFit/>
              </a:bodyPr>
              <a:lstStyle/>
              <a:p>
                <a:r>
                  <a:rPr lang="en-US" sz="2160" dirty="0" smtClean="0">
                    <a:solidFill>
                      <a:schemeClr val="tx2"/>
                    </a:solidFill>
                    <a:latin typeface="Trebuchet MS" pitchFamily="34" charset="0"/>
                  </a:rPr>
                  <a:t>Student</a:t>
                </a:r>
                <a:r>
                  <a:rPr lang="en-US" sz="2160" baseline="0" dirty="0" smtClean="0">
                    <a:solidFill>
                      <a:schemeClr val="tx2"/>
                    </a:solidFill>
                    <a:latin typeface="Trebuchet MS" pitchFamily="34" charset="0"/>
                  </a:rPr>
                  <a:t> discounts are available on our </a:t>
                </a:r>
                <a:r>
                  <a:rPr lang="en-US" sz="2160" baseline="0" dirty="0" err="1" smtClean="0">
                    <a:solidFill>
                      <a:schemeClr val="tx2"/>
                    </a:solidFill>
                    <a:latin typeface="Trebuchet MS" pitchFamily="34" charset="0"/>
                  </a:rPr>
                  <a:t>Facebook</a:t>
                </a:r>
                <a:r>
                  <a:rPr lang="en-US" sz="2160" baseline="0" dirty="0" smtClean="0">
                    <a:solidFill>
                      <a:schemeClr val="tx2"/>
                    </a:solidFill>
                    <a:latin typeface="Trebuchet MS" pitchFamily="34" charset="0"/>
                  </a:rPr>
                  <a:t> page.</a:t>
                </a:r>
                <a:br>
                  <a:rPr lang="en-US" sz="2160" baseline="0" dirty="0" smtClean="0">
                    <a:solidFill>
                      <a:schemeClr val="tx2"/>
                    </a:solidFill>
                    <a:latin typeface="Trebuchet MS" pitchFamily="34" charset="0"/>
                  </a:rPr>
                </a:br>
                <a:r>
                  <a:rPr lang="en-US" sz="2160" baseline="0" dirty="0" smtClean="0">
                    <a:solidFill>
                      <a:schemeClr val="tx2"/>
                    </a:solidFill>
                    <a:latin typeface="Trebuchet MS" pitchFamily="34" charset="0"/>
                  </a:rPr>
                  <a:t>Go to </a:t>
                </a:r>
                <a:r>
                  <a:rPr lang="en-US" sz="2160" u="sng" baseline="0" dirty="0" smtClean="0">
                    <a:solidFill>
                      <a:schemeClr val="tx2"/>
                    </a:solidFill>
                    <a:latin typeface="Trebuchet MS" pitchFamily="34" charset="0"/>
                  </a:rPr>
                  <a:t>PosterPresentations.com</a:t>
                </a:r>
                <a:r>
                  <a:rPr lang="en-US" sz="2160" baseline="0" dirty="0" smtClean="0">
                    <a:solidFill>
                      <a:schemeClr val="tx2"/>
                    </a:solidFill>
                    <a:latin typeface="Trebuchet MS" pitchFamily="34" charset="0"/>
                  </a:rPr>
                  <a:t> and click on the FB icon. </a:t>
                </a:r>
                <a:endParaRPr lang="en-US" sz="2160" dirty="0">
                  <a:solidFill>
                    <a:schemeClr val="tx2"/>
                  </a:solidFill>
                  <a:latin typeface="Trebuchet MS" pitchFamily="34" charset="0"/>
                </a:endParaRPr>
              </a:p>
            </p:txBody>
          </p:sp>
        </p:grpSp>
      </p:grpSp>
      <p:sp>
        <p:nvSpPr>
          <p:cNvPr id="35" name="TextBox 34"/>
          <p:cNvSpPr txBox="1"/>
          <p:nvPr userDrawn="1"/>
        </p:nvSpPr>
        <p:spPr>
          <a:xfrm>
            <a:off x="28170163" y="31208504"/>
            <a:ext cx="7629577" cy="1239156"/>
          </a:xfrm>
          <a:prstGeom prst="rect">
            <a:avLst/>
          </a:prstGeom>
          <a:noFill/>
        </p:spPr>
        <p:txBody>
          <a:bodyPr wrap="square" lIns="58774" tIns="29386" rIns="58774" bIns="29386" rtlCol="0">
            <a:spAutoFit/>
          </a:bodyPr>
          <a:lstStyle/>
          <a:p>
            <a:pPr marL="260033" indent="-260033">
              <a:lnSpc>
                <a:spcPts val="2340"/>
              </a:lnSpc>
            </a:pPr>
            <a:r>
              <a:rPr lang="en-US" sz="2520" dirty="0" smtClean="0">
                <a:solidFill>
                  <a:schemeClr val="bg1"/>
                </a:solidFill>
              </a:rPr>
              <a:t>©2015</a:t>
            </a:r>
            <a:r>
              <a:rPr lang="en-US" sz="2520" baseline="0" dirty="0" smtClean="0">
                <a:solidFill>
                  <a:schemeClr val="bg1"/>
                </a:solidFill>
              </a:rPr>
              <a:t> </a:t>
            </a:r>
            <a:r>
              <a:rPr lang="en-US" sz="2520" dirty="0" smtClean="0">
                <a:solidFill>
                  <a:schemeClr val="bg1"/>
                </a:solidFill>
              </a:rPr>
              <a:t>PosterPresentations.com</a:t>
            </a:r>
            <a:br>
              <a:rPr lang="en-US" sz="2520" dirty="0" smtClean="0">
                <a:solidFill>
                  <a:schemeClr val="bg1"/>
                </a:solidFill>
              </a:rPr>
            </a:br>
            <a:r>
              <a:rPr lang="en-US" sz="2160" dirty="0" smtClean="0">
                <a:solidFill>
                  <a:schemeClr val="bg1"/>
                </a:solidFill>
              </a:rPr>
              <a:t>2117 Fourth Street ,</a:t>
            </a:r>
            <a:r>
              <a:rPr lang="en-US" sz="2160" baseline="0" dirty="0" smtClean="0">
                <a:solidFill>
                  <a:schemeClr val="bg1"/>
                </a:solidFill>
              </a:rPr>
              <a:t> Unit C        </a:t>
            </a:r>
          </a:p>
          <a:p>
            <a:pPr marL="260033" indent="0">
              <a:lnSpc>
                <a:spcPts val="2340"/>
              </a:lnSpc>
            </a:pPr>
            <a:r>
              <a:rPr lang="en-US" sz="2160" baseline="0" dirty="0" smtClean="0">
                <a:solidFill>
                  <a:schemeClr val="bg1"/>
                </a:solidFill>
              </a:rPr>
              <a:t>Berkeley CA </a:t>
            </a:r>
            <a:r>
              <a:rPr lang="en-US" sz="1800" baseline="0" dirty="0" smtClean="0">
                <a:solidFill>
                  <a:schemeClr val="bg1"/>
                </a:solidFill>
              </a:rPr>
              <a:t>94710</a:t>
            </a:r>
            <a:r>
              <a:rPr lang="en-US" sz="2160" baseline="0" dirty="0" smtClean="0">
                <a:solidFill>
                  <a:schemeClr val="bg1"/>
                </a:solidFill>
              </a:rPr>
              <a:t/>
            </a:r>
            <a:br>
              <a:rPr lang="en-US" sz="2160" baseline="0" dirty="0" smtClean="0">
                <a:solidFill>
                  <a:schemeClr val="bg1"/>
                </a:solidFill>
              </a:rPr>
            </a:br>
            <a:r>
              <a:rPr lang="en-US" sz="2160" b="1" baseline="0" dirty="0" smtClean="0">
                <a:solidFill>
                  <a:srgbClr val="FFFF00"/>
                </a:solidFill>
              </a:rPr>
              <a:t>posterpresenter@gmail.com</a:t>
            </a:r>
            <a:endParaRPr lang="en-US" sz="2520" b="1" dirty="0">
              <a:solidFill>
                <a:srgbClr val="FFFF00"/>
              </a:solidFill>
            </a:endParaRPr>
          </a:p>
        </p:txBody>
      </p:sp>
      <p:sp>
        <p:nvSpPr>
          <p:cNvPr id="45" name="Rectangle 33"/>
          <p:cNvSpPr>
            <a:spLocks noChangeArrowheads="1"/>
          </p:cNvSpPr>
          <p:nvPr userDrawn="1"/>
        </p:nvSpPr>
        <p:spPr bwMode="auto">
          <a:xfrm>
            <a:off x="572142" y="5257679"/>
            <a:ext cx="26276635" cy="26746200"/>
          </a:xfrm>
          <a:prstGeom prst="roundRect">
            <a:avLst>
              <a:gd name="adj" fmla="val 1527"/>
            </a:avLst>
          </a:prstGeom>
          <a:gradFill>
            <a:gsLst>
              <a:gs pos="0">
                <a:schemeClr val="accent1">
                  <a:tint val="66000"/>
                  <a:satMod val="160000"/>
                </a:schemeClr>
              </a:gs>
              <a:gs pos="0">
                <a:srgbClr val="CDD2DE"/>
              </a:gs>
              <a:gs pos="100000">
                <a:srgbClr val="F3F5FA"/>
              </a:gs>
            </a:gsLst>
            <a:lin ang="16200000" scaled="1"/>
          </a:gradFill>
          <a:ln w="9525">
            <a:solidFill>
              <a:schemeClr val="tx2"/>
            </a:solidFill>
            <a:miter lim="800000"/>
            <a:headEnd/>
            <a:tailEnd/>
          </a:ln>
          <a:effectLst/>
        </p:spPr>
        <p:txBody>
          <a:bodyPr wrap="none" lIns="70601" tIns="35300" rIns="70601" bIns="35300" anchor="ctr"/>
          <a:lstStyle/>
          <a:p>
            <a:pPr>
              <a:defRPr/>
            </a:pPr>
            <a:endParaRPr lang="en-US" sz="6660" dirty="0"/>
          </a:p>
        </p:txBody>
      </p:sp>
      <p:sp>
        <p:nvSpPr>
          <p:cNvPr id="48" name="Text Box 14"/>
          <p:cNvSpPr txBox="1">
            <a:spLocks noChangeArrowheads="1"/>
          </p:cNvSpPr>
          <p:nvPr userDrawn="1"/>
        </p:nvSpPr>
        <p:spPr bwMode="auto">
          <a:xfrm>
            <a:off x="1129101" y="32295539"/>
            <a:ext cx="2366237" cy="268504"/>
          </a:xfrm>
          <a:prstGeom prst="rect">
            <a:avLst/>
          </a:prstGeom>
          <a:noFill/>
          <a:ln w="9525">
            <a:noFill/>
            <a:miter lim="800000"/>
            <a:headEnd/>
            <a:tailEnd/>
          </a:ln>
          <a:effectLst/>
        </p:spPr>
        <p:txBody>
          <a:bodyPr wrap="square" lIns="70467" tIns="35227" rIns="70467" bIns="35227">
            <a:spAutoFit/>
          </a:bodyPr>
          <a:lstStyle/>
          <a:p>
            <a:pPr eaLnBrk="0" hangingPunct="0">
              <a:lnSpc>
                <a:spcPct val="65000"/>
              </a:lnSpc>
              <a:spcBef>
                <a:spcPct val="50000"/>
              </a:spcBef>
              <a:defRPr/>
            </a:pPr>
            <a:r>
              <a:rPr lang="en-US" sz="540" b="1" dirty="0" smtClean="0">
                <a:solidFill>
                  <a:schemeClr val="bg1">
                    <a:lumMod val="75000"/>
                  </a:schemeClr>
                </a:solidFill>
                <a:latin typeface="Arial" charset="0"/>
              </a:rPr>
              <a:t>RESEARCH POSTER PRESENTATION </a:t>
            </a:r>
            <a:r>
              <a:rPr lang="en-US" sz="540" b="1" dirty="0">
                <a:solidFill>
                  <a:schemeClr val="bg1">
                    <a:lumMod val="75000"/>
                  </a:schemeClr>
                </a:solidFill>
                <a:latin typeface="Arial" charset="0"/>
              </a:rPr>
              <a:t>DESIGN © </a:t>
            </a:r>
            <a:r>
              <a:rPr lang="en-US" sz="540" b="1" dirty="0" smtClean="0">
                <a:solidFill>
                  <a:schemeClr val="bg1">
                    <a:lumMod val="75000"/>
                  </a:schemeClr>
                </a:solidFill>
                <a:latin typeface="Arial" charset="0"/>
              </a:rPr>
              <a:t>2015</a:t>
            </a:r>
            <a:endParaRPr lang="en-US" sz="540" b="1" dirty="0">
              <a:solidFill>
                <a:schemeClr val="bg1">
                  <a:lumMod val="75000"/>
                </a:schemeClr>
              </a:solidFill>
              <a:latin typeface="Arial" charset="0"/>
            </a:endParaRPr>
          </a:p>
          <a:p>
            <a:pPr eaLnBrk="0" hangingPunct="0">
              <a:lnSpc>
                <a:spcPct val="65000"/>
              </a:lnSpc>
              <a:spcBef>
                <a:spcPct val="50000"/>
              </a:spcBef>
              <a:defRPr/>
            </a:pPr>
            <a:r>
              <a:rPr lang="en-US" sz="810" b="1" dirty="0">
                <a:solidFill>
                  <a:schemeClr val="bg1">
                    <a:lumMod val="75000"/>
                  </a:schemeClr>
                </a:solidFill>
                <a:latin typeface="Arial" charset="0"/>
              </a:rPr>
              <a:t>www.PosterPresentations.com</a:t>
            </a:r>
          </a:p>
        </p:txBody>
      </p:sp>
    </p:spTree>
  </p:cSld>
  <p:clrMap bg1="lt1" tx1="dk1" bg2="lt2" tx2="dk2" accent1="accent1" accent2="accent2" accent3="accent3" accent4="accent4" accent5="accent5" accent6="accent6" hlink="hlink" folHlink="folHlink"/>
  <p:sldLayoutIdLst>
    <p:sldLayoutId id="2147483654" r:id="rId1"/>
  </p:sldLayoutIdLst>
  <p:timing>
    <p:tnLst>
      <p:par>
        <p:cTn id="1" dur="indefinite" restart="never" nodeType="tmRoot"/>
      </p:par>
    </p:tnLst>
  </p:timing>
  <p:txStyles>
    <p:titleStyle>
      <a:lvl1pPr algn="ctr" defTabSz="3388829" rtl="0" eaLnBrk="1" latinLnBrk="0" hangingPunct="1">
        <a:spcBef>
          <a:spcPct val="0"/>
        </a:spcBef>
        <a:buNone/>
        <a:defRPr sz="6750" kern="1200">
          <a:solidFill>
            <a:schemeClr val="bg1"/>
          </a:solidFill>
          <a:latin typeface="Trebuchet MS" pitchFamily="34" charset="0"/>
          <a:ea typeface="+mj-ea"/>
          <a:cs typeface="+mj-cs"/>
        </a:defRPr>
      </a:lvl1pPr>
    </p:titleStyle>
    <p:bodyStyle>
      <a:lvl1pPr marL="1270811" indent="-1270811" algn="l" defTabSz="3388829" rtl="0" eaLnBrk="1" latinLnBrk="0" hangingPunct="1">
        <a:spcBef>
          <a:spcPct val="20000"/>
        </a:spcBef>
        <a:buFont typeface="Arial" pitchFamily="34" charset="0"/>
        <a:buChar char="•"/>
        <a:defRPr sz="11880" kern="1200">
          <a:solidFill>
            <a:schemeClr val="tx1"/>
          </a:solidFill>
          <a:latin typeface="+mn-lt"/>
          <a:ea typeface="+mn-ea"/>
          <a:cs typeface="+mn-cs"/>
        </a:defRPr>
      </a:lvl1pPr>
      <a:lvl2pPr marL="2753424" indent="-1059009" algn="l" defTabSz="3388829" rtl="0" eaLnBrk="1" latinLnBrk="0" hangingPunct="1">
        <a:spcBef>
          <a:spcPct val="20000"/>
        </a:spcBef>
        <a:buFont typeface="Arial" pitchFamily="34" charset="0"/>
        <a:buChar char="–"/>
        <a:defRPr sz="10440" kern="1200">
          <a:solidFill>
            <a:schemeClr val="tx1"/>
          </a:solidFill>
          <a:latin typeface="+mn-lt"/>
          <a:ea typeface="+mn-ea"/>
          <a:cs typeface="+mn-cs"/>
        </a:defRPr>
      </a:lvl2pPr>
      <a:lvl3pPr marL="4236037" indent="-847208" algn="l" defTabSz="3388829" rtl="0" eaLnBrk="1" latinLnBrk="0" hangingPunct="1">
        <a:spcBef>
          <a:spcPct val="20000"/>
        </a:spcBef>
        <a:buFont typeface="Arial" pitchFamily="34" charset="0"/>
        <a:buChar char="•"/>
        <a:defRPr sz="8910" kern="1200">
          <a:solidFill>
            <a:schemeClr val="tx1"/>
          </a:solidFill>
          <a:latin typeface="+mn-lt"/>
          <a:ea typeface="+mn-ea"/>
          <a:cs typeface="+mn-cs"/>
        </a:defRPr>
      </a:lvl3pPr>
      <a:lvl4pPr marL="5930452" indent="-847208" algn="l" defTabSz="3388829" rtl="0" eaLnBrk="1" latinLnBrk="0" hangingPunct="1">
        <a:spcBef>
          <a:spcPct val="20000"/>
        </a:spcBef>
        <a:buFont typeface="Arial" pitchFamily="34" charset="0"/>
        <a:buChar char="–"/>
        <a:defRPr sz="7470" kern="1200">
          <a:solidFill>
            <a:schemeClr val="tx1"/>
          </a:solidFill>
          <a:latin typeface="+mn-lt"/>
          <a:ea typeface="+mn-ea"/>
          <a:cs typeface="+mn-cs"/>
        </a:defRPr>
      </a:lvl4pPr>
      <a:lvl5pPr marL="7624866" indent="-847208" algn="l" defTabSz="3388829" rtl="0" eaLnBrk="1" latinLnBrk="0" hangingPunct="1">
        <a:spcBef>
          <a:spcPct val="20000"/>
        </a:spcBef>
        <a:buFont typeface="Arial" pitchFamily="34" charset="0"/>
        <a:buChar char="»"/>
        <a:defRPr sz="7470" kern="1200">
          <a:solidFill>
            <a:schemeClr val="tx1"/>
          </a:solidFill>
          <a:latin typeface="+mn-lt"/>
          <a:ea typeface="+mn-ea"/>
          <a:cs typeface="+mn-cs"/>
        </a:defRPr>
      </a:lvl5pPr>
      <a:lvl6pPr marL="9319281" indent="-847208" algn="l" defTabSz="3388829" rtl="0" eaLnBrk="1" latinLnBrk="0" hangingPunct="1">
        <a:spcBef>
          <a:spcPct val="20000"/>
        </a:spcBef>
        <a:buFont typeface="Arial" pitchFamily="34" charset="0"/>
        <a:buChar char="•"/>
        <a:defRPr sz="7470" kern="1200">
          <a:solidFill>
            <a:schemeClr val="tx1"/>
          </a:solidFill>
          <a:latin typeface="+mn-lt"/>
          <a:ea typeface="+mn-ea"/>
          <a:cs typeface="+mn-cs"/>
        </a:defRPr>
      </a:lvl6pPr>
      <a:lvl7pPr marL="11013695" indent="-847208" algn="l" defTabSz="3388829" rtl="0" eaLnBrk="1" latinLnBrk="0" hangingPunct="1">
        <a:spcBef>
          <a:spcPct val="20000"/>
        </a:spcBef>
        <a:buFont typeface="Arial" pitchFamily="34" charset="0"/>
        <a:buChar char="•"/>
        <a:defRPr sz="7470" kern="1200">
          <a:solidFill>
            <a:schemeClr val="tx1"/>
          </a:solidFill>
          <a:latin typeface="+mn-lt"/>
          <a:ea typeface="+mn-ea"/>
          <a:cs typeface="+mn-cs"/>
        </a:defRPr>
      </a:lvl7pPr>
      <a:lvl8pPr marL="12708110" indent="-847208" algn="l" defTabSz="3388829" rtl="0" eaLnBrk="1" latinLnBrk="0" hangingPunct="1">
        <a:spcBef>
          <a:spcPct val="20000"/>
        </a:spcBef>
        <a:buFont typeface="Arial" pitchFamily="34" charset="0"/>
        <a:buChar char="•"/>
        <a:defRPr sz="7470" kern="1200">
          <a:solidFill>
            <a:schemeClr val="tx1"/>
          </a:solidFill>
          <a:latin typeface="+mn-lt"/>
          <a:ea typeface="+mn-ea"/>
          <a:cs typeface="+mn-cs"/>
        </a:defRPr>
      </a:lvl8pPr>
      <a:lvl9pPr marL="14402525" indent="-847208" algn="l" defTabSz="3388829" rtl="0" eaLnBrk="1" latinLnBrk="0" hangingPunct="1">
        <a:spcBef>
          <a:spcPct val="20000"/>
        </a:spcBef>
        <a:buFont typeface="Arial" pitchFamily="34" charset="0"/>
        <a:buChar char="•"/>
        <a:defRPr sz="7470" kern="1200">
          <a:solidFill>
            <a:schemeClr val="tx1"/>
          </a:solidFill>
          <a:latin typeface="+mn-lt"/>
          <a:ea typeface="+mn-ea"/>
          <a:cs typeface="+mn-cs"/>
        </a:defRPr>
      </a:lvl9pPr>
    </p:bodyStyle>
    <p:otherStyle>
      <a:defPPr>
        <a:defRPr lang="en-US"/>
      </a:defPPr>
      <a:lvl1pPr marL="0" algn="l" defTabSz="3388829" rtl="0" eaLnBrk="1" latinLnBrk="0" hangingPunct="1">
        <a:defRPr sz="6660" kern="1200">
          <a:solidFill>
            <a:schemeClr val="tx1"/>
          </a:solidFill>
          <a:latin typeface="+mn-lt"/>
          <a:ea typeface="+mn-ea"/>
          <a:cs typeface="+mn-cs"/>
        </a:defRPr>
      </a:lvl1pPr>
      <a:lvl2pPr marL="1694416" algn="l" defTabSz="3388829" rtl="0" eaLnBrk="1" latinLnBrk="0" hangingPunct="1">
        <a:defRPr sz="6660" kern="1200">
          <a:solidFill>
            <a:schemeClr val="tx1"/>
          </a:solidFill>
          <a:latin typeface="+mn-lt"/>
          <a:ea typeface="+mn-ea"/>
          <a:cs typeface="+mn-cs"/>
        </a:defRPr>
      </a:lvl2pPr>
      <a:lvl3pPr marL="3388829" algn="l" defTabSz="3388829" rtl="0" eaLnBrk="1" latinLnBrk="0" hangingPunct="1">
        <a:defRPr sz="6660" kern="1200">
          <a:solidFill>
            <a:schemeClr val="tx1"/>
          </a:solidFill>
          <a:latin typeface="+mn-lt"/>
          <a:ea typeface="+mn-ea"/>
          <a:cs typeface="+mn-cs"/>
        </a:defRPr>
      </a:lvl3pPr>
      <a:lvl4pPr marL="5083244" algn="l" defTabSz="3388829" rtl="0" eaLnBrk="1" latinLnBrk="0" hangingPunct="1">
        <a:defRPr sz="6660" kern="1200">
          <a:solidFill>
            <a:schemeClr val="tx1"/>
          </a:solidFill>
          <a:latin typeface="+mn-lt"/>
          <a:ea typeface="+mn-ea"/>
          <a:cs typeface="+mn-cs"/>
        </a:defRPr>
      </a:lvl4pPr>
      <a:lvl5pPr marL="6777658" algn="l" defTabSz="3388829" rtl="0" eaLnBrk="1" latinLnBrk="0" hangingPunct="1">
        <a:defRPr sz="6660" kern="1200">
          <a:solidFill>
            <a:schemeClr val="tx1"/>
          </a:solidFill>
          <a:latin typeface="+mn-lt"/>
          <a:ea typeface="+mn-ea"/>
          <a:cs typeface="+mn-cs"/>
        </a:defRPr>
      </a:lvl5pPr>
      <a:lvl6pPr marL="8472074" algn="l" defTabSz="3388829" rtl="0" eaLnBrk="1" latinLnBrk="0" hangingPunct="1">
        <a:defRPr sz="6660" kern="1200">
          <a:solidFill>
            <a:schemeClr val="tx1"/>
          </a:solidFill>
          <a:latin typeface="+mn-lt"/>
          <a:ea typeface="+mn-ea"/>
          <a:cs typeface="+mn-cs"/>
        </a:defRPr>
      </a:lvl6pPr>
      <a:lvl7pPr marL="10166489" algn="l" defTabSz="3388829" rtl="0" eaLnBrk="1" latinLnBrk="0" hangingPunct="1">
        <a:defRPr sz="6660" kern="1200">
          <a:solidFill>
            <a:schemeClr val="tx1"/>
          </a:solidFill>
          <a:latin typeface="+mn-lt"/>
          <a:ea typeface="+mn-ea"/>
          <a:cs typeface="+mn-cs"/>
        </a:defRPr>
      </a:lvl7pPr>
      <a:lvl8pPr marL="11860903" algn="l" defTabSz="3388829" rtl="0" eaLnBrk="1" latinLnBrk="0" hangingPunct="1">
        <a:defRPr sz="6660" kern="1200">
          <a:solidFill>
            <a:schemeClr val="tx1"/>
          </a:solidFill>
          <a:latin typeface="+mn-lt"/>
          <a:ea typeface="+mn-ea"/>
          <a:cs typeface="+mn-cs"/>
        </a:defRPr>
      </a:lvl8pPr>
      <a:lvl9pPr marL="13555319" algn="l" defTabSz="3388829" rtl="0" eaLnBrk="1" latinLnBrk="0" hangingPunct="1">
        <a:defRPr sz="666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hyperlink" Target="mailto:wenchaod@andrew.cmu.edu" TargetMode="External"/><Relationship Id="rId4" Type="http://schemas.openxmlformats.org/officeDocument/2006/relationships/hyperlink" Target="mailto:hanfuz@andrew.cmu.edu" TargetMode="External"/><Relationship Id="rId5" Type="http://schemas.openxmlformats.org/officeDocument/2006/relationships/hyperlink" Target="mailto:parunapu@andrew.cmu.edu" TargetMode="External"/><Relationship Id="rId6" Type="http://schemas.openxmlformats.org/officeDocument/2006/relationships/hyperlink" Target="mailto:tianhaol@andrew.cmu.edu" TargetMode="External"/><Relationship Id="rId7" Type="http://schemas.openxmlformats.org/officeDocument/2006/relationships/image" Target="../media/image11.png"/><Relationship Id="rId8" Type="http://schemas.openxmlformats.org/officeDocument/2006/relationships/image" Target="../media/image12.png"/><Relationship Id="rId9" Type="http://schemas.openxmlformats.org/officeDocument/2006/relationships/image" Target="../media/image13.png"/><Relationship Id="rId10" Type="http://schemas.openxmlformats.org/officeDocument/2006/relationships/image" Target="../media/image14.png"/><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3" name="Text Placeholder 82"/>
          <p:cNvSpPr>
            <a:spLocks noGrp="1"/>
          </p:cNvSpPr>
          <p:nvPr>
            <p:ph type="body" sz="quarter" idx="10"/>
          </p:nvPr>
        </p:nvSpPr>
        <p:spPr>
          <a:xfrm>
            <a:off x="576461" y="5875821"/>
            <a:ext cx="12944945" cy="3937752"/>
          </a:xfrm>
        </p:spPr>
        <p:txBody>
          <a:bodyPr/>
          <a:lstStyle/>
          <a:p>
            <a:pPr algn="just"/>
            <a:r>
              <a:rPr lang="en-US" dirty="0">
                <a:solidFill>
                  <a:schemeClr val="tx1"/>
                </a:solidFill>
              </a:rPr>
              <a:t>The Visual Dialog task has been at the forefront of deep learning research and excellent performance has already been achieved. Visual Dialog is about training a network to learn information about images, and be able to answer questions and have a conversation about those images. It involves being able to encode the relevant information (such as the images, the captions for the images, and the questions and answers about the images) into a meaningful representation, as well as being able to decode that representation and come out with a correct </a:t>
            </a:r>
            <a:r>
              <a:rPr lang="en-US" dirty="0" smtClean="0">
                <a:solidFill>
                  <a:schemeClr val="tx1"/>
                </a:solidFill>
              </a:rPr>
              <a:t>answer.</a:t>
            </a:r>
          </a:p>
          <a:p>
            <a:pPr algn="just"/>
            <a:r>
              <a:rPr lang="en-US" dirty="0" smtClean="0">
                <a:solidFill>
                  <a:schemeClr val="tx1"/>
                </a:solidFill>
              </a:rPr>
              <a:t>In </a:t>
            </a:r>
            <a:r>
              <a:rPr lang="en-US" dirty="0">
                <a:solidFill>
                  <a:schemeClr val="tx1"/>
                </a:solidFill>
              </a:rPr>
              <a:t>our project, we </a:t>
            </a:r>
            <a:r>
              <a:rPr lang="en-US" dirty="0" smtClean="0">
                <a:solidFill>
                  <a:schemeClr val="tx1"/>
                </a:solidFill>
              </a:rPr>
              <a:t>first attempt to </a:t>
            </a:r>
            <a:r>
              <a:rPr lang="en-US" dirty="0">
                <a:solidFill>
                  <a:schemeClr val="tx1"/>
                </a:solidFill>
              </a:rPr>
              <a:t>reproduce the state-of-the-art </a:t>
            </a:r>
            <a:r>
              <a:rPr lang="en-US" dirty="0" smtClean="0">
                <a:solidFill>
                  <a:schemeClr val="tx1"/>
                </a:solidFill>
              </a:rPr>
              <a:t>method in </a:t>
            </a:r>
            <a:r>
              <a:rPr lang="en-US" dirty="0">
                <a:solidFill>
                  <a:schemeClr val="tx1"/>
                </a:solidFill>
              </a:rPr>
              <a:t>the widely used Visual Dialog </a:t>
            </a:r>
            <a:r>
              <a:rPr lang="en-US" dirty="0" smtClean="0">
                <a:solidFill>
                  <a:schemeClr val="tx1"/>
                </a:solidFill>
              </a:rPr>
              <a:t>dataset. This </a:t>
            </a:r>
            <a:r>
              <a:rPr lang="en-US" dirty="0">
                <a:solidFill>
                  <a:schemeClr val="tx1"/>
                </a:solidFill>
              </a:rPr>
              <a:t>method uses a Late Fusion encoder with a discriminative decoder.  </a:t>
            </a:r>
            <a:r>
              <a:rPr lang="en-US" dirty="0" smtClean="0">
                <a:solidFill>
                  <a:schemeClr val="tx1"/>
                </a:solidFill>
              </a:rPr>
              <a:t>Since the memory limitation, w</a:t>
            </a:r>
            <a:r>
              <a:rPr lang="en-US" dirty="0" smtClean="0">
                <a:solidFill>
                  <a:schemeClr val="tx1"/>
                </a:solidFill>
              </a:rPr>
              <a:t>e decrease </a:t>
            </a:r>
            <a:r>
              <a:rPr lang="en-US" dirty="0">
                <a:solidFill>
                  <a:schemeClr val="tx1"/>
                </a:solidFill>
              </a:rPr>
              <a:t>the model size and still obtain comparable </a:t>
            </a:r>
            <a:r>
              <a:rPr lang="en-US" dirty="0" smtClean="0">
                <a:solidFill>
                  <a:schemeClr val="tx1"/>
                </a:solidFill>
              </a:rPr>
              <a:t>results. We further introduce the sequential matching network </a:t>
            </a:r>
            <a:r>
              <a:rPr lang="mr-IN" dirty="0" smtClean="0">
                <a:solidFill>
                  <a:schemeClr val="tx1"/>
                </a:solidFill>
              </a:rPr>
              <a:t>–</a:t>
            </a:r>
            <a:r>
              <a:rPr lang="en-US" dirty="0" smtClean="0">
                <a:solidFill>
                  <a:schemeClr val="tx1"/>
                </a:solidFill>
              </a:rPr>
              <a:t> a new architecture for multi-turn response selection in retrieval-based visual dialog. </a:t>
            </a:r>
            <a:r>
              <a:rPr lang="en-US" dirty="0">
                <a:solidFill>
                  <a:schemeClr val="tx1"/>
                </a:solidFill>
              </a:rPr>
              <a:t>Finally, we </a:t>
            </a:r>
            <a:r>
              <a:rPr lang="en-US" dirty="0" smtClean="0">
                <a:solidFill>
                  <a:schemeClr val="tx1"/>
                </a:solidFill>
              </a:rPr>
              <a:t>explore deeply into the generative model with attentions, which can achieve the conversation based on given image </a:t>
            </a:r>
            <a:r>
              <a:rPr lang="en-US" dirty="0">
                <a:solidFill>
                  <a:schemeClr val="tx1"/>
                </a:solidFill>
              </a:rPr>
              <a:t>and outperform the existing methods.</a:t>
            </a:r>
          </a:p>
        </p:txBody>
      </p:sp>
      <p:sp>
        <p:nvSpPr>
          <p:cNvPr id="84" name="Text Placeholder 83"/>
          <p:cNvSpPr>
            <a:spLocks noGrp="1"/>
          </p:cNvSpPr>
          <p:nvPr>
            <p:ph type="body" sz="quarter" idx="11"/>
          </p:nvPr>
        </p:nvSpPr>
        <p:spPr/>
        <p:txBody>
          <a:bodyPr/>
          <a:lstStyle/>
          <a:p>
            <a:r>
              <a:rPr lang="en-US" dirty="0" smtClean="0"/>
              <a:t>Overview</a:t>
            </a:r>
            <a:endParaRPr lang="en-US" dirty="0"/>
          </a:p>
        </p:txBody>
      </p:sp>
      <p:sp>
        <p:nvSpPr>
          <p:cNvPr id="85" name="Text Placeholder 84"/>
          <p:cNvSpPr>
            <a:spLocks noGrp="1"/>
          </p:cNvSpPr>
          <p:nvPr>
            <p:ph type="body" sz="quarter" idx="20"/>
          </p:nvPr>
        </p:nvSpPr>
        <p:spPr>
          <a:xfrm>
            <a:off x="572182" y="9881976"/>
            <a:ext cx="12949224" cy="643172"/>
          </a:xfrm>
        </p:spPr>
        <p:txBody>
          <a:bodyPr/>
          <a:lstStyle/>
          <a:p>
            <a:r>
              <a:rPr lang="en-US" dirty="0" smtClean="0"/>
              <a:t>Models</a:t>
            </a:r>
          </a:p>
        </p:txBody>
      </p:sp>
      <p:sp>
        <p:nvSpPr>
          <p:cNvPr id="86" name="Text Placeholder 85"/>
          <p:cNvSpPr>
            <a:spLocks noGrp="1"/>
          </p:cNvSpPr>
          <p:nvPr>
            <p:ph type="body" sz="quarter" idx="25"/>
          </p:nvPr>
        </p:nvSpPr>
        <p:spPr/>
        <p:txBody>
          <a:bodyPr/>
          <a:lstStyle/>
          <a:p>
            <a:r>
              <a:rPr lang="en-US" dirty="0" smtClean="0"/>
              <a:t>Experiments</a:t>
            </a:r>
            <a:endParaRPr lang="en-US" dirty="0"/>
          </a:p>
        </p:txBody>
      </p:sp>
      <p:sp>
        <p:nvSpPr>
          <p:cNvPr id="87" name="Text Placeholder 86"/>
          <p:cNvSpPr>
            <a:spLocks noGrp="1"/>
          </p:cNvSpPr>
          <p:nvPr>
            <p:ph type="body" sz="quarter" idx="26"/>
          </p:nvPr>
        </p:nvSpPr>
        <p:spPr>
          <a:xfrm>
            <a:off x="13846682" y="5875819"/>
            <a:ext cx="12955929" cy="1792144"/>
          </a:xfrm>
        </p:spPr>
        <p:txBody>
          <a:bodyPr/>
          <a:lstStyle/>
          <a:p>
            <a:pPr algn="just"/>
            <a:r>
              <a:rPr lang="en-US" b="1" dirty="0" smtClean="0">
                <a:solidFill>
                  <a:schemeClr val="tx1"/>
                </a:solidFill>
              </a:rPr>
              <a:t>Evaluation</a:t>
            </a:r>
            <a:r>
              <a:rPr lang="en-US" dirty="0" smtClean="0">
                <a:solidFill>
                  <a:schemeClr val="tx1"/>
                </a:solidFill>
              </a:rPr>
              <a:t>: We conduct the experiments on the retrieval task, which is evaluated with Mean Reciprocal Rank (MRR) and Recall at N (R@N).</a:t>
            </a:r>
          </a:p>
          <a:p>
            <a:pPr algn="just"/>
            <a:r>
              <a:rPr lang="en-US" b="1" dirty="0" smtClean="0">
                <a:solidFill>
                  <a:schemeClr val="tx1"/>
                </a:solidFill>
              </a:rPr>
              <a:t>Constraints</a:t>
            </a:r>
            <a:r>
              <a:rPr lang="en-US" dirty="0" smtClean="0">
                <a:solidFill>
                  <a:schemeClr val="tx1"/>
                </a:solidFill>
              </a:rPr>
              <a:t>: </a:t>
            </a:r>
            <a:r>
              <a:rPr lang="en-US" dirty="0" smtClean="0">
                <a:solidFill>
                  <a:schemeClr val="tx1"/>
                </a:solidFill>
              </a:rPr>
              <a:t>Due to hardware constraints, we use smaller hidden size (200) and word embedding size (200) as opposed to 512 and 300 in Das et al.. We are able to get results that are close to what were reported by the </a:t>
            </a:r>
            <a:r>
              <a:rPr lang="en-US" dirty="0" smtClean="0">
                <a:solidFill>
                  <a:schemeClr val="tx1"/>
                </a:solidFill>
              </a:rPr>
              <a:t>author.</a:t>
            </a:r>
          </a:p>
        </p:txBody>
      </p:sp>
      <p:sp>
        <p:nvSpPr>
          <p:cNvPr id="88" name="Text Placeholder 87"/>
          <p:cNvSpPr>
            <a:spLocks noGrp="1"/>
          </p:cNvSpPr>
          <p:nvPr>
            <p:ph type="body" sz="quarter" idx="27"/>
          </p:nvPr>
        </p:nvSpPr>
        <p:spPr>
          <a:xfrm>
            <a:off x="13856717" y="19757880"/>
            <a:ext cx="12942336" cy="643172"/>
          </a:xfrm>
        </p:spPr>
        <p:txBody>
          <a:bodyPr/>
          <a:lstStyle/>
          <a:p>
            <a:r>
              <a:rPr lang="en-US" dirty="0" smtClean="0"/>
              <a:t>Conclusion</a:t>
            </a:r>
            <a:endParaRPr lang="en-US" dirty="0"/>
          </a:p>
        </p:txBody>
      </p:sp>
      <p:sp>
        <p:nvSpPr>
          <p:cNvPr id="89" name="Text Placeholder 88"/>
          <p:cNvSpPr>
            <a:spLocks noGrp="1"/>
          </p:cNvSpPr>
          <p:nvPr>
            <p:ph type="body" sz="quarter" idx="28"/>
          </p:nvPr>
        </p:nvSpPr>
        <p:spPr>
          <a:xfrm>
            <a:off x="13856717" y="20418960"/>
            <a:ext cx="12947298" cy="2789340"/>
          </a:xfrm>
        </p:spPr>
        <p:txBody>
          <a:bodyPr/>
          <a:lstStyle/>
          <a:p>
            <a:pPr algn="just"/>
            <a:r>
              <a:rPr lang="en-US" dirty="0" smtClean="0">
                <a:solidFill>
                  <a:schemeClr val="tx1"/>
                </a:solidFill>
              </a:rPr>
              <a:t>To summarize, we reproduce an AI task </a:t>
            </a:r>
            <a:r>
              <a:rPr lang="mr-IN" dirty="0" smtClean="0">
                <a:solidFill>
                  <a:schemeClr val="tx1"/>
                </a:solidFill>
              </a:rPr>
              <a:t>–</a:t>
            </a:r>
            <a:r>
              <a:rPr lang="en-US" dirty="0" smtClean="0">
                <a:solidFill>
                  <a:schemeClr val="tx1"/>
                </a:solidFill>
              </a:rPr>
              <a:t> Visual Dialog, where an AI agent mush hold a dialog with a human about visual content. Based on Late Fusion encoder, we first implement the discriminative and generative models as our baselines. Then we come up with methods focusing on improving the performance. For example, we apply sequential matching network into the discriminative model and implement question &amp; image attention in the generative model.</a:t>
            </a:r>
          </a:p>
          <a:p>
            <a:pPr algn="just"/>
            <a:r>
              <a:rPr lang="en-US" dirty="0">
                <a:solidFill>
                  <a:schemeClr val="tx1"/>
                </a:solidFill>
              </a:rPr>
              <a:t>O</a:t>
            </a:r>
            <a:r>
              <a:rPr lang="en-US" dirty="0" smtClean="0">
                <a:solidFill>
                  <a:schemeClr val="tx1"/>
                </a:solidFill>
              </a:rPr>
              <a:t>ur baseline models </a:t>
            </a:r>
            <a:r>
              <a:rPr lang="en-US" dirty="0">
                <a:solidFill>
                  <a:schemeClr val="tx1"/>
                </a:solidFill>
              </a:rPr>
              <a:t>are comparable to the results in the paper, </a:t>
            </a:r>
            <a:r>
              <a:rPr lang="en-US" dirty="0" smtClean="0">
                <a:solidFill>
                  <a:schemeClr val="tx1"/>
                </a:solidFill>
              </a:rPr>
              <a:t>since </a:t>
            </a:r>
            <a:r>
              <a:rPr lang="en-US" dirty="0">
                <a:solidFill>
                  <a:schemeClr val="tx1"/>
                </a:solidFill>
              </a:rPr>
              <a:t>we use smaller hidden size and word embedding </a:t>
            </a:r>
            <a:r>
              <a:rPr lang="en-US" dirty="0" smtClean="0">
                <a:solidFill>
                  <a:schemeClr val="tx1"/>
                </a:solidFill>
              </a:rPr>
              <a:t>size. Furthermore,  the sequential matching network </a:t>
            </a:r>
            <a:endParaRPr lang="en-US" dirty="0">
              <a:solidFill>
                <a:schemeClr val="tx1"/>
              </a:solidFill>
            </a:endParaRPr>
          </a:p>
        </p:txBody>
      </p:sp>
      <p:sp>
        <p:nvSpPr>
          <p:cNvPr id="90" name="Text Placeholder 89"/>
          <p:cNvSpPr>
            <a:spLocks noGrp="1"/>
          </p:cNvSpPr>
          <p:nvPr>
            <p:ph type="body" sz="quarter" idx="29"/>
          </p:nvPr>
        </p:nvSpPr>
        <p:spPr>
          <a:xfrm>
            <a:off x="13856718" y="27207296"/>
            <a:ext cx="12935857" cy="643172"/>
          </a:xfrm>
        </p:spPr>
        <p:txBody>
          <a:bodyPr/>
          <a:lstStyle/>
          <a:p>
            <a:r>
              <a:rPr lang="en-US" dirty="0" smtClean="0"/>
              <a:t>Acknowledgement</a:t>
            </a:r>
            <a:endParaRPr lang="en-US" dirty="0"/>
          </a:p>
        </p:txBody>
      </p:sp>
      <p:sp>
        <p:nvSpPr>
          <p:cNvPr id="91" name="Text Placeholder 90"/>
          <p:cNvSpPr>
            <a:spLocks noGrp="1"/>
          </p:cNvSpPr>
          <p:nvPr>
            <p:ph type="body" sz="quarter" idx="30"/>
          </p:nvPr>
        </p:nvSpPr>
        <p:spPr>
          <a:xfrm>
            <a:off x="13856717" y="27854261"/>
            <a:ext cx="12935858" cy="1060854"/>
          </a:xfrm>
        </p:spPr>
        <p:txBody>
          <a:bodyPr/>
          <a:lstStyle/>
          <a:p>
            <a:r>
              <a:rPr lang="en-US" dirty="0" smtClean="0"/>
              <a:t>We would like to thank Professor </a:t>
            </a:r>
            <a:r>
              <a:rPr lang="en-US" dirty="0" err="1"/>
              <a:t>Bhiksha</a:t>
            </a:r>
            <a:r>
              <a:rPr lang="en-US" dirty="0"/>
              <a:t> </a:t>
            </a:r>
            <a:r>
              <a:rPr lang="en-US" dirty="0" smtClean="0"/>
              <a:t>Raj</a:t>
            </a:r>
            <a:r>
              <a:rPr lang="en-US" dirty="0"/>
              <a:t> </a:t>
            </a:r>
            <a:r>
              <a:rPr lang="en-US" dirty="0" smtClean="0"/>
              <a:t>and all teaching assistants, for all the supports and suggestions during this semester.</a:t>
            </a:r>
          </a:p>
        </p:txBody>
      </p:sp>
      <p:sp>
        <p:nvSpPr>
          <p:cNvPr id="92" name="Text Placeholder 91"/>
          <p:cNvSpPr>
            <a:spLocks noGrp="1"/>
          </p:cNvSpPr>
          <p:nvPr>
            <p:ph type="body" sz="quarter" idx="96"/>
          </p:nvPr>
        </p:nvSpPr>
        <p:spPr>
          <a:xfrm>
            <a:off x="614328" y="10457839"/>
            <a:ext cx="12957406" cy="1393252"/>
          </a:xfrm>
        </p:spPr>
        <p:txBody>
          <a:bodyPr/>
          <a:lstStyle/>
          <a:p>
            <a:r>
              <a:rPr lang="en-US" dirty="0" smtClean="0">
                <a:solidFill>
                  <a:schemeClr val="tx1"/>
                </a:solidFill>
              </a:rPr>
              <a:t>In this project, we introduce a family of neural encoder-decoder models for Visual Dialog with 2 encoders </a:t>
            </a:r>
            <a:r>
              <a:rPr lang="mr-IN" dirty="0" smtClean="0">
                <a:solidFill>
                  <a:schemeClr val="tx1"/>
                </a:solidFill>
              </a:rPr>
              <a:t>–</a:t>
            </a:r>
            <a:r>
              <a:rPr lang="en-US" dirty="0" smtClean="0">
                <a:solidFill>
                  <a:schemeClr val="tx1"/>
                </a:solidFill>
              </a:rPr>
              <a:t> Late Fusion, Sequential Matching </a:t>
            </a:r>
            <a:r>
              <a:rPr lang="mr-IN" dirty="0" smtClean="0">
                <a:solidFill>
                  <a:schemeClr val="tx1"/>
                </a:solidFill>
              </a:rPr>
              <a:t>–</a:t>
            </a:r>
            <a:r>
              <a:rPr lang="en-US" dirty="0" smtClean="0">
                <a:solidFill>
                  <a:schemeClr val="tx1"/>
                </a:solidFill>
              </a:rPr>
              <a:t> and 2 decoders (generative and discriminative), which are comparable to a number of sophisticated baselines.</a:t>
            </a:r>
            <a:endParaRPr lang="en-US" dirty="0">
              <a:solidFill>
                <a:schemeClr val="tx1"/>
              </a:solidFill>
            </a:endParaRPr>
          </a:p>
        </p:txBody>
      </p:sp>
      <p:sp>
        <p:nvSpPr>
          <p:cNvPr id="93" name="Text Placeholder 92"/>
          <p:cNvSpPr>
            <a:spLocks noGrp="1"/>
          </p:cNvSpPr>
          <p:nvPr>
            <p:ph type="body" sz="quarter" idx="150"/>
          </p:nvPr>
        </p:nvSpPr>
        <p:spPr/>
        <p:txBody>
          <a:bodyPr/>
          <a:lstStyle/>
          <a:p>
            <a:r>
              <a:rPr lang="en-US" dirty="0" smtClean="0"/>
              <a:t>11785 Final Project</a:t>
            </a:r>
            <a:endParaRPr lang="en-US" dirty="0"/>
          </a:p>
        </p:txBody>
      </p:sp>
      <p:sp>
        <p:nvSpPr>
          <p:cNvPr id="94" name="Text Placeholder 93"/>
          <p:cNvSpPr>
            <a:spLocks noGrp="1"/>
          </p:cNvSpPr>
          <p:nvPr>
            <p:ph type="body" sz="quarter" idx="151"/>
          </p:nvPr>
        </p:nvSpPr>
        <p:spPr/>
        <p:txBody>
          <a:bodyPr>
            <a:normAutofit fontScale="77500" lnSpcReduction="20000"/>
          </a:bodyPr>
          <a:lstStyle/>
          <a:p>
            <a:r>
              <a:rPr lang="en-US" dirty="0" err="1" smtClean="0"/>
              <a:t>Wenchao</a:t>
            </a:r>
            <a:r>
              <a:rPr lang="en-US" dirty="0" smtClean="0"/>
              <a:t> Du, </a:t>
            </a:r>
            <a:r>
              <a:rPr lang="en-US" dirty="0" err="1" smtClean="0"/>
              <a:t>Hanfu</a:t>
            </a:r>
            <a:r>
              <a:rPr lang="en-US" dirty="0" smtClean="0"/>
              <a:t> Zhang, Prashant </a:t>
            </a:r>
            <a:r>
              <a:rPr lang="en-US" dirty="0" err="1" smtClean="0"/>
              <a:t>Arunapuram</a:t>
            </a:r>
            <a:r>
              <a:rPr lang="en-US" dirty="0"/>
              <a:t>, </a:t>
            </a:r>
            <a:r>
              <a:rPr lang="en-US" dirty="0" err="1" smtClean="0"/>
              <a:t>Tianhao</a:t>
            </a:r>
            <a:r>
              <a:rPr lang="en-US" dirty="0" smtClean="0"/>
              <a:t> Li</a:t>
            </a:r>
            <a:endParaRPr lang="en-US" dirty="0"/>
          </a:p>
        </p:txBody>
      </p:sp>
      <p:sp>
        <p:nvSpPr>
          <p:cNvPr id="95" name="Text Placeholder 94"/>
          <p:cNvSpPr>
            <a:spLocks noGrp="1"/>
          </p:cNvSpPr>
          <p:nvPr>
            <p:ph type="body" sz="quarter" idx="153"/>
          </p:nvPr>
        </p:nvSpPr>
        <p:spPr/>
        <p:txBody>
          <a:bodyPr>
            <a:normAutofit fontScale="92500" lnSpcReduction="10000"/>
          </a:bodyPr>
          <a:lstStyle/>
          <a:p>
            <a:r>
              <a:rPr lang="en-US" dirty="0" smtClean="0"/>
              <a:t>Visual Dialog</a:t>
            </a:r>
            <a:endParaRPr lang="en-US" dirty="0"/>
          </a:p>
        </p:txBody>
      </p:sp>
      <p:sp>
        <p:nvSpPr>
          <p:cNvPr id="15" name="Text Placeholder 85"/>
          <p:cNvSpPr txBox="1">
            <a:spLocks/>
          </p:cNvSpPr>
          <p:nvPr/>
        </p:nvSpPr>
        <p:spPr>
          <a:xfrm>
            <a:off x="13846682" y="15996905"/>
            <a:ext cx="12945893" cy="643172"/>
          </a:xfrm>
          <a:prstGeom prst="rect">
            <a:avLst/>
          </a:prstGeom>
          <a:noFill/>
        </p:spPr>
        <p:txBody>
          <a:bodyPr wrap="square" lIns="78446" tIns="78446" rIns="78446" bIns="78446" anchor="ctr" anchorCtr="0">
            <a:spAutoFit/>
          </a:bodyPr>
          <a:lstStyle>
            <a:lvl1pPr marL="0" indent="0" algn="ctr" defTabSz="3388829" rtl="0" eaLnBrk="1" latinLnBrk="0" hangingPunct="1">
              <a:spcBef>
                <a:spcPct val="20000"/>
              </a:spcBef>
              <a:buFont typeface="Arial" pitchFamily="34" charset="0"/>
              <a:buNone/>
              <a:defRPr sz="3150" b="1" u="sng" kern="1200" baseline="0">
                <a:solidFill>
                  <a:schemeClr val="accent5">
                    <a:lumMod val="50000"/>
                  </a:schemeClr>
                </a:solidFill>
                <a:latin typeface="+mn-lt"/>
                <a:ea typeface="+mn-ea"/>
                <a:cs typeface="+mn-cs"/>
              </a:defRPr>
            </a:lvl1pPr>
            <a:lvl2pPr marL="2753424" indent="-1059009" algn="l" defTabSz="3388829" rtl="0" eaLnBrk="1" latinLnBrk="0" hangingPunct="1">
              <a:spcBef>
                <a:spcPct val="20000"/>
              </a:spcBef>
              <a:buFont typeface="Arial" pitchFamily="34" charset="0"/>
              <a:buChar char="–"/>
              <a:defRPr sz="10440" kern="1200">
                <a:solidFill>
                  <a:schemeClr val="tx1"/>
                </a:solidFill>
                <a:latin typeface="+mn-lt"/>
                <a:ea typeface="+mn-ea"/>
                <a:cs typeface="+mn-cs"/>
              </a:defRPr>
            </a:lvl2pPr>
            <a:lvl3pPr marL="4236037" indent="-847208" algn="l" defTabSz="3388829" rtl="0" eaLnBrk="1" latinLnBrk="0" hangingPunct="1">
              <a:spcBef>
                <a:spcPct val="20000"/>
              </a:spcBef>
              <a:buFont typeface="Arial" pitchFamily="34" charset="0"/>
              <a:buChar char="•"/>
              <a:defRPr sz="8910" kern="1200">
                <a:solidFill>
                  <a:schemeClr val="tx1"/>
                </a:solidFill>
                <a:latin typeface="+mn-lt"/>
                <a:ea typeface="+mn-ea"/>
                <a:cs typeface="+mn-cs"/>
              </a:defRPr>
            </a:lvl3pPr>
            <a:lvl4pPr marL="5930452" indent="-847208" algn="l" defTabSz="3388829" rtl="0" eaLnBrk="1" latinLnBrk="0" hangingPunct="1">
              <a:spcBef>
                <a:spcPct val="20000"/>
              </a:spcBef>
              <a:buFont typeface="Arial" pitchFamily="34" charset="0"/>
              <a:buChar char="–"/>
              <a:defRPr sz="7470" kern="1200">
                <a:solidFill>
                  <a:schemeClr val="tx1"/>
                </a:solidFill>
                <a:latin typeface="+mn-lt"/>
                <a:ea typeface="+mn-ea"/>
                <a:cs typeface="+mn-cs"/>
              </a:defRPr>
            </a:lvl4pPr>
            <a:lvl5pPr marL="7624866" indent="-847208" algn="l" defTabSz="3388829" rtl="0" eaLnBrk="1" latinLnBrk="0" hangingPunct="1">
              <a:spcBef>
                <a:spcPct val="20000"/>
              </a:spcBef>
              <a:buFont typeface="Arial" pitchFamily="34" charset="0"/>
              <a:buChar char="»"/>
              <a:defRPr sz="7470" kern="1200">
                <a:solidFill>
                  <a:schemeClr val="tx1"/>
                </a:solidFill>
                <a:latin typeface="+mn-lt"/>
                <a:ea typeface="+mn-ea"/>
                <a:cs typeface="+mn-cs"/>
              </a:defRPr>
            </a:lvl5pPr>
            <a:lvl6pPr marL="9319281" indent="-847208" algn="l" defTabSz="3388829" rtl="0" eaLnBrk="1" latinLnBrk="0" hangingPunct="1">
              <a:spcBef>
                <a:spcPct val="20000"/>
              </a:spcBef>
              <a:buFont typeface="Arial" pitchFamily="34" charset="0"/>
              <a:buChar char="•"/>
              <a:defRPr sz="7470" kern="1200">
                <a:solidFill>
                  <a:schemeClr val="tx1"/>
                </a:solidFill>
                <a:latin typeface="+mn-lt"/>
                <a:ea typeface="+mn-ea"/>
                <a:cs typeface="+mn-cs"/>
              </a:defRPr>
            </a:lvl6pPr>
            <a:lvl7pPr marL="11013695" indent="-847208" algn="l" defTabSz="3388829" rtl="0" eaLnBrk="1" latinLnBrk="0" hangingPunct="1">
              <a:spcBef>
                <a:spcPct val="20000"/>
              </a:spcBef>
              <a:buFont typeface="Arial" pitchFamily="34" charset="0"/>
              <a:buChar char="•"/>
              <a:defRPr sz="7470" kern="1200">
                <a:solidFill>
                  <a:schemeClr val="tx1"/>
                </a:solidFill>
                <a:latin typeface="+mn-lt"/>
                <a:ea typeface="+mn-ea"/>
                <a:cs typeface="+mn-cs"/>
              </a:defRPr>
            </a:lvl7pPr>
            <a:lvl8pPr marL="12708110" indent="-847208" algn="l" defTabSz="3388829" rtl="0" eaLnBrk="1" latinLnBrk="0" hangingPunct="1">
              <a:spcBef>
                <a:spcPct val="20000"/>
              </a:spcBef>
              <a:buFont typeface="Arial" pitchFamily="34" charset="0"/>
              <a:buChar char="•"/>
              <a:defRPr sz="7470" kern="1200">
                <a:solidFill>
                  <a:schemeClr val="tx1"/>
                </a:solidFill>
                <a:latin typeface="+mn-lt"/>
                <a:ea typeface="+mn-ea"/>
                <a:cs typeface="+mn-cs"/>
              </a:defRPr>
            </a:lvl8pPr>
            <a:lvl9pPr marL="14402525" indent="-847208" algn="l" defTabSz="3388829" rtl="0" eaLnBrk="1" latinLnBrk="0" hangingPunct="1">
              <a:spcBef>
                <a:spcPct val="20000"/>
              </a:spcBef>
              <a:buFont typeface="Arial" pitchFamily="34" charset="0"/>
              <a:buChar char="•"/>
              <a:defRPr sz="7470" kern="1200">
                <a:solidFill>
                  <a:schemeClr val="tx1"/>
                </a:solidFill>
                <a:latin typeface="+mn-lt"/>
                <a:ea typeface="+mn-ea"/>
                <a:cs typeface="+mn-cs"/>
              </a:defRPr>
            </a:lvl9pPr>
          </a:lstStyle>
          <a:p>
            <a:r>
              <a:rPr lang="en-US" dirty="0" smtClean="0"/>
              <a:t>Data and Technical Requirements</a:t>
            </a:r>
            <a:endParaRPr lang="en-US" dirty="0"/>
          </a:p>
        </p:txBody>
      </p:sp>
      <p:sp>
        <p:nvSpPr>
          <p:cNvPr id="16" name="Text Placeholder 88"/>
          <p:cNvSpPr txBox="1">
            <a:spLocks/>
          </p:cNvSpPr>
          <p:nvPr/>
        </p:nvSpPr>
        <p:spPr>
          <a:xfrm>
            <a:off x="13856717" y="16671967"/>
            <a:ext cx="12947298" cy="2855832"/>
          </a:xfrm>
          <a:prstGeom prst="rect">
            <a:avLst/>
          </a:prstGeom>
        </p:spPr>
        <p:txBody>
          <a:bodyPr wrap="square" lIns="196113" tIns="196113" rIns="196113" bIns="196113">
            <a:spAutoFit/>
          </a:bodyPr>
          <a:lstStyle>
            <a:lvl1pPr marL="0" indent="0" algn="l" defTabSz="3388829" rtl="0" eaLnBrk="1" latinLnBrk="0" hangingPunct="1">
              <a:spcBef>
                <a:spcPct val="20000"/>
              </a:spcBef>
              <a:buFont typeface="Arial" pitchFamily="34" charset="0"/>
              <a:buNone/>
              <a:defRPr sz="2160" kern="1200">
                <a:solidFill>
                  <a:schemeClr val="accent5">
                    <a:lumMod val="50000"/>
                  </a:schemeClr>
                </a:solidFill>
                <a:latin typeface="Times New Roman" panose="02020603050405020304" pitchFamily="18" charset="0"/>
                <a:ea typeface="+mn-ea"/>
                <a:cs typeface="Times New Roman" panose="02020603050405020304" pitchFamily="18" charset="0"/>
              </a:defRPr>
            </a:lvl1pPr>
            <a:lvl2pPr marL="1147260" indent="-441254" algn="l" defTabSz="3388829" rtl="0" eaLnBrk="1" latinLnBrk="0" hangingPunct="1">
              <a:spcBef>
                <a:spcPct val="20000"/>
              </a:spcBef>
              <a:buFont typeface="Arial" pitchFamily="34" charset="0"/>
              <a:buChar char="–"/>
              <a:defRPr sz="1980" kern="1200">
                <a:solidFill>
                  <a:schemeClr val="tx1"/>
                </a:solidFill>
                <a:latin typeface="Trebuchet MS" pitchFamily="34" charset="0"/>
                <a:ea typeface="+mn-ea"/>
                <a:cs typeface="+mn-cs"/>
              </a:defRPr>
            </a:lvl2pPr>
            <a:lvl3pPr marL="1588514" indent="-441254" algn="l" defTabSz="3388829" rtl="0" eaLnBrk="1" latinLnBrk="0" hangingPunct="1">
              <a:spcBef>
                <a:spcPct val="20000"/>
              </a:spcBef>
              <a:buFont typeface="Arial" pitchFamily="34" charset="0"/>
              <a:buChar char="•"/>
              <a:defRPr sz="1980" kern="1200">
                <a:solidFill>
                  <a:schemeClr val="tx1"/>
                </a:solidFill>
                <a:latin typeface="Trebuchet MS" pitchFamily="34" charset="0"/>
                <a:ea typeface="+mn-ea"/>
                <a:cs typeface="+mn-cs"/>
              </a:defRPr>
            </a:lvl3pPr>
            <a:lvl4pPr marL="2073893" indent="-485379" algn="l" defTabSz="3388829" rtl="0" eaLnBrk="1" latinLnBrk="0" hangingPunct="1">
              <a:spcBef>
                <a:spcPct val="20000"/>
              </a:spcBef>
              <a:buFont typeface="Arial" pitchFamily="34" charset="0"/>
              <a:buChar char="–"/>
              <a:defRPr sz="1980" kern="1200">
                <a:solidFill>
                  <a:schemeClr val="tx1"/>
                </a:solidFill>
                <a:latin typeface="Trebuchet MS" pitchFamily="34" charset="0"/>
                <a:ea typeface="+mn-ea"/>
                <a:cs typeface="+mn-cs"/>
              </a:defRPr>
            </a:lvl4pPr>
            <a:lvl5pPr marL="2426896" indent="-353003" algn="l" defTabSz="3388829" rtl="0" eaLnBrk="1" latinLnBrk="0" hangingPunct="1">
              <a:spcBef>
                <a:spcPct val="20000"/>
              </a:spcBef>
              <a:buFont typeface="Arial" pitchFamily="34" charset="0"/>
              <a:buChar char="»"/>
              <a:defRPr sz="1980" kern="1200">
                <a:solidFill>
                  <a:schemeClr val="tx1"/>
                </a:solidFill>
                <a:latin typeface="Trebuchet MS" pitchFamily="34" charset="0"/>
                <a:ea typeface="+mn-ea"/>
                <a:cs typeface="+mn-cs"/>
              </a:defRPr>
            </a:lvl5pPr>
            <a:lvl6pPr marL="9319281" indent="-847208" algn="l" defTabSz="3388829" rtl="0" eaLnBrk="1" latinLnBrk="0" hangingPunct="1">
              <a:spcBef>
                <a:spcPct val="20000"/>
              </a:spcBef>
              <a:buFont typeface="Arial" pitchFamily="34" charset="0"/>
              <a:buChar char="•"/>
              <a:defRPr sz="7470" kern="1200">
                <a:solidFill>
                  <a:schemeClr val="tx1"/>
                </a:solidFill>
                <a:latin typeface="+mn-lt"/>
                <a:ea typeface="+mn-ea"/>
                <a:cs typeface="+mn-cs"/>
              </a:defRPr>
            </a:lvl6pPr>
            <a:lvl7pPr marL="11013695" indent="-847208" algn="l" defTabSz="3388829" rtl="0" eaLnBrk="1" latinLnBrk="0" hangingPunct="1">
              <a:spcBef>
                <a:spcPct val="20000"/>
              </a:spcBef>
              <a:buFont typeface="Arial" pitchFamily="34" charset="0"/>
              <a:buChar char="•"/>
              <a:defRPr sz="7470" kern="1200">
                <a:solidFill>
                  <a:schemeClr val="tx1"/>
                </a:solidFill>
                <a:latin typeface="+mn-lt"/>
                <a:ea typeface="+mn-ea"/>
                <a:cs typeface="+mn-cs"/>
              </a:defRPr>
            </a:lvl7pPr>
            <a:lvl8pPr marL="12708110" indent="-847208" algn="l" defTabSz="3388829" rtl="0" eaLnBrk="1" latinLnBrk="0" hangingPunct="1">
              <a:spcBef>
                <a:spcPct val="20000"/>
              </a:spcBef>
              <a:buFont typeface="Arial" pitchFamily="34" charset="0"/>
              <a:buChar char="•"/>
              <a:defRPr sz="7470" kern="1200">
                <a:solidFill>
                  <a:schemeClr val="tx1"/>
                </a:solidFill>
                <a:latin typeface="+mn-lt"/>
                <a:ea typeface="+mn-ea"/>
                <a:cs typeface="+mn-cs"/>
              </a:defRPr>
            </a:lvl8pPr>
            <a:lvl9pPr marL="14402525" indent="-847208" algn="l" defTabSz="3388829" rtl="0" eaLnBrk="1" latinLnBrk="0" hangingPunct="1">
              <a:spcBef>
                <a:spcPct val="20000"/>
              </a:spcBef>
              <a:buFont typeface="Arial" pitchFamily="34" charset="0"/>
              <a:buChar char="•"/>
              <a:defRPr sz="7470" kern="1200">
                <a:solidFill>
                  <a:schemeClr val="tx1"/>
                </a:solidFill>
                <a:latin typeface="+mn-lt"/>
                <a:ea typeface="+mn-ea"/>
                <a:cs typeface="+mn-cs"/>
              </a:defRPr>
            </a:lvl9pPr>
          </a:lstStyle>
          <a:p>
            <a:pPr algn="just"/>
            <a:r>
              <a:rPr lang="en-US" dirty="0">
                <a:solidFill>
                  <a:schemeClr val="tx1"/>
                </a:solidFill>
              </a:rPr>
              <a:t>Our Visual Dialog system involves in deep learning approaches such as CNNs and RNNs with </a:t>
            </a:r>
            <a:r>
              <a:rPr lang="en-US" dirty="0" smtClean="0">
                <a:solidFill>
                  <a:schemeClr val="tx1"/>
                </a:solidFill>
              </a:rPr>
              <a:t>attention </a:t>
            </a:r>
            <a:r>
              <a:rPr lang="en-US" dirty="0">
                <a:solidFill>
                  <a:schemeClr val="tx1"/>
                </a:solidFill>
              </a:rPr>
              <a:t>to better understanding the images and questions. Therefore, also based on literature research, we decide to deploy the network based on </a:t>
            </a:r>
            <a:r>
              <a:rPr lang="en-US" dirty="0" err="1">
                <a:solidFill>
                  <a:schemeClr val="tx1"/>
                </a:solidFill>
              </a:rPr>
              <a:t>Pytorch</a:t>
            </a:r>
            <a:r>
              <a:rPr lang="en-US" dirty="0">
                <a:solidFill>
                  <a:schemeClr val="tx1"/>
                </a:solidFill>
              </a:rPr>
              <a:t> with GPUs on Amazon Web Service. </a:t>
            </a:r>
          </a:p>
          <a:p>
            <a:pPr algn="just"/>
            <a:r>
              <a:rPr lang="en-US" dirty="0">
                <a:solidFill>
                  <a:schemeClr val="tx1"/>
                </a:solidFill>
              </a:rPr>
              <a:t>In this project, we use </a:t>
            </a:r>
            <a:r>
              <a:rPr lang="en-US" dirty="0" err="1">
                <a:solidFill>
                  <a:schemeClr val="tx1"/>
                </a:solidFill>
              </a:rPr>
              <a:t>VisDial</a:t>
            </a:r>
            <a:r>
              <a:rPr lang="en-US" dirty="0">
                <a:solidFill>
                  <a:schemeClr val="tx1"/>
                </a:solidFill>
              </a:rPr>
              <a:t> v0.9 dataset, which contains 83k dialogs on COCO-train and 40K on COCO-</a:t>
            </a:r>
            <a:r>
              <a:rPr lang="en-US" dirty="0" err="1">
                <a:solidFill>
                  <a:schemeClr val="tx1"/>
                </a:solidFill>
              </a:rPr>
              <a:t>val</a:t>
            </a:r>
            <a:r>
              <a:rPr lang="en-US" dirty="0">
                <a:solidFill>
                  <a:schemeClr val="tx1"/>
                </a:solidFill>
              </a:rPr>
              <a:t> images. We use the 83k as training and split the 40K into 5k for validation and 35k for test. </a:t>
            </a:r>
          </a:p>
          <a:p>
            <a:pPr algn="just"/>
            <a:r>
              <a:rPr lang="en-US" dirty="0">
                <a:solidFill>
                  <a:schemeClr val="tx1"/>
                </a:solidFill>
              </a:rPr>
              <a:t>Our work is based on </a:t>
            </a:r>
            <a:r>
              <a:rPr lang="en-US" dirty="0" err="1">
                <a:solidFill>
                  <a:schemeClr val="tx1"/>
                </a:solidFill>
              </a:rPr>
              <a:t>Pytorch</a:t>
            </a:r>
            <a:r>
              <a:rPr lang="en-US" dirty="0">
                <a:solidFill>
                  <a:schemeClr val="tx1"/>
                </a:solidFill>
              </a:rPr>
              <a:t>, due to GPU memory limitation, we reduce the size of hidden layer in </a:t>
            </a:r>
            <a:r>
              <a:rPr lang="en-US" dirty="0" err="1">
                <a:solidFill>
                  <a:schemeClr val="tx1"/>
                </a:solidFill>
              </a:rPr>
              <a:t>GRUCell</a:t>
            </a:r>
            <a:r>
              <a:rPr lang="en-US" dirty="0">
                <a:solidFill>
                  <a:schemeClr val="tx1"/>
                </a:solidFill>
              </a:rPr>
              <a:t>, aiming to produce the same comparable results with less parameters and further </a:t>
            </a:r>
            <a:r>
              <a:rPr lang="en-US" dirty="0" smtClean="0">
                <a:solidFill>
                  <a:schemeClr val="tx1"/>
                </a:solidFill>
              </a:rPr>
              <a:t>improvements</a:t>
            </a:r>
            <a:r>
              <a:rPr lang="en-US" dirty="0">
                <a:solidFill>
                  <a:schemeClr val="tx1"/>
                </a:solidFill>
              </a:rPr>
              <a:t>. </a:t>
            </a:r>
          </a:p>
        </p:txBody>
      </p:sp>
      <p:sp>
        <p:nvSpPr>
          <p:cNvPr id="17" name="Text Placeholder 89"/>
          <p:cNvSpPr txBox="1">
            <a:spLocks/>
          </p:cNvSpPr>
          <p:nvPr/>
        </p:nvSpPr>
        <p:spPr>
          <a:xfrm>
            <a:off x="13856718" y="28663290"/>
            <a:ext cx="12935857" cy="643172"/>
          </a:xfrm>
          <a:prstGeom prst="rect">
            <a:avLst/>
          </a:prstGeom>
          <a:noFill/>
        </p:spPr>
        <p:txBody>
          <a:bodyPr wrap="square" lIns="78446" tIns="78446" rIns="78446" bIns="78446" anchor="ctr" anchorCtr="0">
            <a:spAutoFit/>
          </a:bodyPr>
          <a:lstStyle>
            <a:lvl1pPr marL="0" indent="0" algn="ctr" defTabSz="3388829" rtl="0" eaLnBrk="1" latinLnBrk="0" hangingPunct="1">
              <a:spcBef>
                <a:spcPct val="20000"/>
              </a:spcBef>
              <a:buFont typeface="Arial" pitchFamily="34" charset="0"/>
              <a:buNone/>
              <a:defRPr sz="3150" b="1" u="sng" kern="1200" baseline="0">
                <a:solidFill>
                  <a:schemeClr val="accent5">
                    <a:lumMod val="50000"/>
                  </a:schemeClr>
                </a:solidFill>
                <a:latin typeface="+mn-lt"/>
                <a:ea typeface="+mn-ea"/>
                <a:cs typeface="+mn-cs"/>
              </a:defRPr>
            </a:lvl1pPr>
            <a:lvl2pPr marL="2753424" indent="-1059009" algn="l" defTabSz="3388829" rtl="0" eaLnBrk="1" latinLnBrk="0" hangingPunct="1">
              <a:spcBef>
                <a:spcPct val="20000"/>
              </a:spcBef>
              <a:buFont typeface="Arial" pitchFamily="34" charset="0"/>
              <a:buChar char="–"/>
              <a:defRPr sz="10440" kern="1200">
                <a:solidFill>
                  <a:schemeClr val="tx1"/>
                </a:solidFill>
                <a:latin typeface="+mn-lt"/>
                <a:ea typeface="+mn-ea"/>
                <a:cs typeface="+mn-cs"/>
              </a:defRPr>
            </a:lvl2pPr>
            <a:lvl3pPr marL="4236037" indent="-847208" algn="l" defTabSz="3388829" rtl="0" eaLnBrk="1" latinLnBrk="0" hangingPunct="1">
              <a:spcBef>
                <a:spcPct val="20000"/>
              </a:spcBef>
              <a:buFont typeface="Arial" pitchFamily="34" charset="0"/>
              <a:buChar char="•"/>
              <a:defRPr sz="8910" kern="1200">
                <a:solidFill>
                  <a:schemeClr val="tx1"/>
                </a:solidFill>
                <a:latin typeface="+mn-lt"/>
                <a:ea typeface="+mn-ea"/>
                <a:cs typeface="+mn-cs"/>
              </a:defRPr>
            </a:lvl3pPr>
            <a:lvl4pPr marL="5930452" indent="-847208" algn="l" defTabSz="3388829" rtl="0" eaLnBrk="1" latinLnBrk="0" hangingPunct="1">
              <a:spcBef>
                <a:spcPct val="20000"/>
              </a:spcBef>
              <a:buFont typeface="Arial" pitchFamily="34" charset="0"/>
              <a:buChar char="–"/>
              <a:defRPr sz="7470" kern="1200">
                <a:solidFill>
                  <a:schemeClr val="tx1"/>
                </a:solidFill>
                <a:latin typeface="+mn-lt"/>
                <a:ea typeface="+mn-ea"/>
                <a:cs typeface="+mn-cs"/>
              </a:defRPr>
            </a:lvl4pPr>
            <a:lvl5pPr marL="7624866" indent="-847208" algn="l" defTabSz="3388829" rtl="0" eaLnBrk="1" latinLnBrk="0" hangingPunct="1">
              <a:spcBef>
                <a:spcPct val="20000"/>
              </a:spcBef>
              <a:buFont typeface="Arial" pitchFamily="34" charset="0"/>
              <a:buChar char="»"/>
              <a:defRPr sz="7470" kern="1200">
                <a:solidFill>
                  <a:schemeClr val="tx1"/>
                </a:solidFill>
                <a:latin typeface="+mn-lt"/>
                <a:ea typeface="+mn-ea"/>
                <a:cs typeface="+mn-cs"/>
              </a:defRPr>
            </a:lvl5pPr>
            <a:lvl6pPr marL="9319281" indent="-847208" algn="l" defTabSz="3388829" rtl="0" eaLnBrk="1" latinLnBrk="0" hangingPunct="1">
              <a:spcBef>
                <a:spcPct val="20000"/>
              </a:spcBef>
              <a:buFont typeface="Arial" pitchFamily="34" charset="0"/>
              <a:buChar char="•"/>
              <a:defRPr sz="7470" kern="1200">
                <a:solidFill>
                  <a:schemeClr val="tx1"/>
                </a:solidFill>
                <a:latin typeface="+mn-lt"/>
                <a:ea typeface="+mn-ea"/>
                <a:cs typeface="+mn-cs"/>
              </a:defRPr>
            </a:lvl6pPr>
            <a:lvl7pPr marL="11013695" indent="-847208" algn="l" defTabSz="3388829" rtl="0" eaLnBrk="1" latinLnBrk="0" hangingPunct="1">
              <a:spcBef>
                <a:spcPct val="20000"/>
              </a:spcBef>
              <a:buFont typeface="Arial" pitchFamily="34" charset="0"/>
              <a:buChar char="•"/>
              <a:defRPr sz="7470" kern="1200">
                <a:solidFill>
                  <a:schemeClr val="tx1"/>
                </a:solidFill>
                <a:latin typeface="+mn-lt"/>
                <a:ea typeface="+mn-ea"/>
                <a:cs typeface="+mn-cs"/>
              </a:defRPr>
            </a:lvl7pPr>
            <a:lvl8pPr marL="12708110" indent="-847208" algn="l" defTabSz="3388829" rtl="0" eaLnBrk="1" latinLnBrk="0" hangingPunct="1">
              <a:spcBef>
                <a:spcPct val="20000"/>
              </a:spcBef>
              <a:buFont typeface="Arial" pitchFamily="34" charset="0"/>
              <a:buChar char="•"/>
              <a:defRPr sz="7470" kern="1200">
                <a:solidFill>
                  <a:schemeClr val="tx1"/>
                </a:solidFill>
                <a:latin typeface="+mn-lt"/>
                <a:ea typeface="+mn-ea"/>
                <a:cs typeface="+mn-cs"/>
              </a:defRPr>
            </a:lvl8pPr>
            <a:lvl9pPr marL="14402525" indent="-847208" algn="l" defTabSz="3388829" rtl="0" eaLnBrk="1" latinLnBrk="0" hangingPunct="1">
              <a:spcBef>
                <a:spcPct val="20000"/>
              </a:spcBef>
              <a:buFont typeface="Arial" pitchFamily="34" charset="0"/>
              <a:buChar char="•"/>
              <a:defRPr sz="7470" kern="1200">
                <a:solidFill>
                  <a:schemeClr val="tx1"/>
                </a:solidFill>
                <a:latin typeface="+mn-lt"/>
                <a:ea typeface="+mn-ea"/>
                <a:cs typeface="+mn-cs"/>
              </a:defRPr>
            </a:lvl9pPr>
          </a:lstStyle>
          <a:p>
            <a:r>
              <a:rPr lang="en-US" dirty="0" smtClean="0"/>
              <a:t>Author</a:t>
            </a:r>
            <a:endParaRPr lang="en-US" dirty="0"/>
          </a:p>
        </p:txBody>
      </p:sp>
      <p:sp>
        <p:nvSpPr>
          <p:cNvPr id="18" name="Text Placeholder 90"/>
          <p:cNvSpPr txBox="1">
            <a:spLocks/>
          </p:cNvSpPr>
          <p:nvPr/>
        </p:nvSpPr>
        <p:spPr>
          <a:xfrm>
            <a:off x="16651743" y="29247468"/>
            <a:ext cx="7352283" cy="1925129"/>
          </a:xfrm>
          <a:prstGeom prst="rect">
            <a:avLst/>
          </a:prstGeom>
        </p:spPr>
        <p:txBody>
          <a:bodyPr wrap="square" lIns="196113" tIns="196113" rIns="196113" bIns="196113">
            <a:spAutoFit/>
          </a:bodyPr>
          <a:lstStyle>
            <a:lvl1pPr marL="0" indent="0" algn="l" defTabSz="3388829" rtl="0" eaLnBrk="1" latinLnBrk="0" hangingPunct="1">
              <a:spcBef>
                <a:spcPct val="20000"/>
              </a:spcBef>
              <a:buFont typeface="Arial" pitchFamily="34" charset="0"/>
              <a:buNone/>
              <a:defRPr sz="2160" kern="1200">
                <a:solidFill>
                  <a:schemeClr val="accent5">
                    <a:lumMod val="50000"/>
                  </a:schemeClr>
                </a:solidFill>
                <a:latin typeface="Times New Roman" panose="02020603050405020304" pitchFamily="18" charset="0"/>
                <a:ea typeface="+mn-ea"/>
                <a:cs typeface="Times New Roman" panose="02020603050405020304" pitchFamily="18" charset="0"/>
              </a:defRPr>
            </a:lvl1pPr>
            <a:lvl2pPr marL="1147260" indent="-441254" algn="l" defTabSz="3388829" rtl="0" eaLnBrk="1" latinLnBrk="0" hangingPunct="1">
              <a:spcBef>
                <a:spcPct val="20000"/>
              </a:spcBef>
              <a:buFont typeface="Arial" pitchFamily="34" charset="0"/>
              <a:buChar char="–"/>
              <a:defRPr sz="1980" kern="1200">
                <a:solidFill>
                  <a:schemeClr val="tx1"/>
                </a:solidFill>
                <a:latin typeface="Trebuchet MS" pitchFamily="34" charset="0"/>
                <a:ea typeface="+mn-ea"/>
                <a:cs typeface="+mn-cs"/>
              </a:defRPr>
            </a:lvl2pPr>
            <a:lvl3pPr marL="1588514" indent="-441254" algn="l" defTabSz="3388829" rtl="0" eaLnBrk="1" latinLnBrk="0" hangingPunct="1">
              <a:spcBef>
                <a:spcPct val="20000"/>
              </a:spcBef>
              <a:buFont typeface="Arial" pitchFamily="34" charset="0"/>
              <a:buChar char="•"/>
              <a:defRPr sz="1980" kern="1200">
                <a:solidFill>
                  <a:schemeClr val="tx1"/>
                </a:solidFill>
                <a:latin typeface="Trebuchet MS" pitchFamily="34" charset="0"/>
                <a:ea typeface="+mn-ea"/>
                <a:cs typeface="+mn-cs"/>
              </a:defRPr>
            </a:lvl3pPr>
            <a:lvl4pPr marL="2073893" indent="-485379" algn="l" defTabSz="3388829" rtl="0" eaLnBrk="1" latinLnBrk="0" hangingPunct="1">
              <a:spcBef>
                <a:spcPct val="20000"/>
              </a:spcBef>
              <a:buFont typeface="Arial" pitchFamily="34" charset="0"/>
              <a:buChar char="–"/>
              <a:defRPr sz="1980" kern="1200">
                <a:solidFill>
                  <a:schemeClr val="tx1"/>
                </a:solidFill>
                <a:latin typeface="Trebuchet MS" pitchFamily="34" charset="0"/>
                <a:ea typeface="+mn-ea"/>
                <a:cs typeface="+mn-cs"/>
              </a:defRPr>
            </a:lvl4pPr>
            <a:lvl5pPr marL="2426896" indent="-353003" algn="l" defTabSz="3388829" rtl="0" eaLnBrk="1" latinLnBrk="0" hangingPunct="1">
              <a:spcBef>
                <a:spcPct val="20000"/>
              </a:spcBef>
              <a:buFont typeface="Arial" pitchFamily="34" charset="0"/>
              <a:buChar char="»"/>
              <a:defRPr sz="1980" kern="1200">
                <a:solidFill>
                  <a:schemeClr val="tx1"/>
                </a:solidFill>
                <a:latin typeface="Trebuchet MS" pitchFamily="34" charset="0"/>
                <a:ea typeface="+mn-ea"/>
                <a:cs typeface="+mn-cs"/>
              </a:defRPr>
            </a:lvl5pPr>
            <a:lvl6pPr marL="9319281" indent="-847208" algn="l" defTabSz="3388829" rtl="0" eaLnBrk="1" latinLnBrk="0" hangingPunct="1">
              <a:spcBef>
                <a:spcPct val="20000"/>
              </a:spcBef>
              <a:buFont typeface="Arial" pitchFamily="34" charset="0"/>
              <a:buChar char="•"/>
              <a:defRPr sz="7470" kern="1200">
                <a:solidFill>
                  <a:schemeClr val="tx1"/>
                </a:solidFill>
                <a:latin typeface="+mn-lt"/>
                <a:ea typeface="+mn-ea"/>
                <a:cs typeface="+mn-cs"/>
              </a:defRPr>
            </a:lvl6pPr>
            <a:lvl7pPr marL="11013695" indent="-847208" algn="l" defTabSz="3388829" rtl="0" eaLnBrk="1" latinLnBrk="0" hangingPunct="1">
              <a:spcBef>
                <a:spcPct val="20000"/>
              </a:spcBef>
              <a:buFont typeface="Arial" pitchFamily="34" charset="0"/>
              <a:buChar char="•"/>
              <a:defRPr sz="7470" kern="1200">
                <a:solidFill>
                  <a:schemeClr val="tx1"/>
                </a:solidFill>
                <a:latin typeface="+mn-lt"/>
                <a:ea typeface="+mn-ea"/>
                <a:cs typeface="+mn-cs"/>
              </a:defRPr>
            </a:lvl7pPr>
            <a:lvl8pPr marL="12708110" indent="-847208" algn="l" defTabSz="3388829" rtl="0" eaLnBrk="1" latinLnBrk="0" hangingPunct="1">
              <a:spcBef>
                <a:spcPct val="20000"/>
              </a:spcBef>
              <a:buFont typeface="Arial" pitchFamily="34" charset="0"/>
              <a:buChar char="•"/>
              <a:defRPr sz="7470" kern="1200">
                <a:solidFill>
                  <a:schemeClr val="tx1"/>
                </a:solidFill>
                <a:latin typeface="+mn-lt"/>
                <a:ea typeface="+mn-ea"/>
                <a:cs typeface="+mn-cs"/>
              </a:defRPr>
            </a:lvl8pPr>
            <a:lvl9pPr marL="14402525" indent="-847208" algn="l" defTabSz="3388829" rtl="0" eaLnBrk="1" latinLnBrk="0" hangingPunct="1">
              <a:spcBef>
                <a:spcPct val="20000"/>
              </a:spcBef>
              <a:buFont typeface="Arial" pitchFamily="34" charset="0"/>
              <a:buChar char="•"/>
              <a:defRPr sz="7470" kern="1200">
                <a:solidFill>
                  <a:schemeClr val="tx1"/>
                </a:solidFill>
                <a:latin typeface="+mn-lt"/>
                <a:ea typeface="+mn-ea"/>
                <a:cs typeface="+mn-cs"/>
              </a:defRPr>
            </a:lvl9pPr>
          </a:lstStyle>
          <a:p>
            <a:r>
              <a:rPr lang="en-US" dirty="0" err="1" smtClean="0"/>
              <a:t>Wenchao</a:t>
            </a:r>
            <a:r>
              <a:rPr lang="en-US" dirty="0" smtClean="0"/>
              <a:t> Du, LTI, SCS, </a:t>
            </a:r>
            <a:r>
              <a:rPr lang="en-US" dirty="0" smtClean="0">
                <a:hlinkClick r:id="rId3"/>
              </a:rPr>
              <a:t>wenchaod@andrew.cmu.edu</a:t>
            </a:r>
            <a:endParaRPr lang="en-US" dirty="0" smtClean="0"/>
          </a:p>
          <a:p>
            <a:r>
              <a:rPr lang="en-US" dirty="0" err="1" smtClean="0"/>
              <a:t>Hanfu</a:t>
            </a:r>
            <a:r>
              <a:rPr lang="en-US" dirty="0" smtClean="0"/>
              <a:t> Zhang, ISR, SCS, </a:t>
            </a:r>
            <a:r>
              <a:rPr lang="en-US" dirty="0" smtClean="0">
                <a:hlinkClick r:id="rId4"/>
              </a:rPr>
              <a:t>hanfuz@andrew.cmu.edu</a:t>
            </a:r>
            <a:endParaRPr lang="en-US" dirty="0" smtClean="0"/>
          </a:p>
          <a:p>
            <a:r>
              <a:rPr lang="en-US" dirty="0"/>
              <a:t>Prashant </a:t>
            </a:r>
            <a:r>
              <a:rPr lang="en-US" dirty="0" err="1" smtClean="0"/>
              <a:t>Arunapuram</a:t>
            </a:r>
            <a:r>
              <a:rPr lang="en-US" dirty="0" smtClean="0"/>
              <a:t>, </a:t>
            </a:r>
            <a:r>
              <a:rPr lang="en-US" dirty="0" smtClean="0"/>
              <a:t>ECE</a:t>
            </a:r>
            <a:r>
              <a:rPr lang="en-US" dirty="0" smtClean="0"/>
              <a:t>, </a:t>
            </a:r>
            <a:r>
              <a:rPr lang="en-US" dirty="0"/>
              <a:t>CIT, </a:t>
            </a:r>
            <a:r>
              <a:rPr lang="en-US" dirty="0" smtClean="0">
                <a:hlinkClick r:id="rId5"/>
              </a:rPr>
              <a:t>parunapu@andrew.cmu.edu</a:t>
            </a:r>
            <a:endParaRPr lang="en-US" dirty="0"/>
          </a:p>
          <a:p>
            <a:r>
              <a:rPr lang="en-US" dirty="0" err="1" smtClean="0"/>
              <a:t>Tianhao</a:t>
            </a:r>
            <a:r>
              <a:rPr lang="en-US" dirty="0" smtClean="0"/>
              <a:t> Li, ISR, SCS, </a:t>
            </a:r>
            <a:r>
              <a:rPr lang="en-US" dirty="0" smtClean="0">
                <a:hlinkClick r:id="rId6"/>
              </a:rPr>
              <a:t>tianhaol@andrew.cmu.edu</a:t>
            </a:r>
            <a:endParaRPr lang="en-US" dirty="0" smtClean="0"/>
          </a:p>
        </p:txBody>
      </p:sp>
      <p:sp>
        <p:nvSpPr>
          <p:cNvPr id="19" name="Text Placeholder 89"/>
          <p:cNvSpPr txBox="1">
            <a:spLocks/>
          </p:cNvSpPr>
          <p:nvPr/>
        </p:nvSpPr>
        <p:spPr>
          <a:xfrm>
            <a:off x="13856718" y="24514896"/>
            <a:ext cx="12935857" cy="643172"/>
          </a:xfrm>
          <a:prstGeom prst="rect">
            <a:avLst/>
          </a:prstGeom>
          <a:noFill/>
        </p:spPr>
        <p:txBody>
          <a:bodyPr wrap="square" lIns="78446" tIns="78446" rIns="78446" bIns="78446" anchor="ctr" anchorCtr="0">
            <a:spAutoFit/>
          </a:bodyPr>
          <a:lstStyle>
            <a:lvl1pPr marL="0" indent="0" algn="ctr" defTabSz="3388829" rtl="0" eaLnBrk="1" latinLnBrk="0" hangingPunct="1">
              <a:spcBef>
                <a:spcPct val="20000"/>
              </a:spcBef>
              <a:buFont typeface="Arial" pitchFamily="34" charset="0"/>
              <a:buNone/>
              <a:defRPr sz="3150" b="1" u="sng" kern="1200" baseline="0">
                <a:solidFill>
                  <a:schemeClr val="accent5">
                    <a:lumMod val="50000"/>
                  </a:schemeClr>
                </a:solidFill>
                <a:latin typeface="+mn-lt"/>
                <a:ea typeface="+mn-ea"/>
                <a:cs typeface="+mn-cs"/>
              </a:defRPr>
            </a:lvl1pPr>
            <a:lvl2pPr marL="2753424" indent="-1059009" algn="l" defTabSz="3388829" rtl="0" eaLnBrk="1" latinLnBrk="0" hangingPunct="1">
              <a:spcBef>
                <a:spcPct val="20000"/>
              </a:spcBef>
              <a:buFont typeface="Arial" pitchFamily="34" charset="0"/>
              <a:buChar char="–"/>
              <a:defRPr sz="10440" kern="1200">
                <a:solidFill>
                  <a:schemeClr val="tx1"/>
                </a:solidFill>
                <a:latin typeface="+mn-lt"/>
                <a:ea typeface="+mn-ea"/>
                <a:cs typeface="+mn-cs"/>
              </a:defRPr>
            </a:lvl2pPr>
            <a:lvl3pPr marL="4236037" indent="-847208" algn="l" defTabSz="3388829" rtl="0" eaLnBrk="1" latinLnBrk="0" hangingPunct="1">
              <a:spcBef>
                <a:spcPct val="20000"/>
              </a:spcBef>
              <a:buFont typeface="Arial" pitchFamily="34" charset="0"/>
              <a:buChar char="•"/>
              <a:defRPr sz="8910" kern="1200">
                <a:solidFill>
                  <a:schemeClr val="tx1"/>
                </a:solidFill>
                <a:latin typeface="+mn-lt"/>
                <a:ea typeface="+mn-ea"/>
                <a:cs typeface="+mn-cs"/>
              </a:defRPr>
            </a:lvl3pPr>
            <a:lvl4pPr marL="5930452" indent="-847208" algn="l" defTabSz="3388829" rtl="0" eaLnBrk="1" latinLnBrk="0" hangingPunct="1">
              <a:spcBef>
                <a:spcPct val="20000"/>
              </a:spcBef>
              <a:buFont typeface="Arial" pitchFamily="34" charset="0"/>
              <a:buChar char="–"/>
              <a:defRPr sz="7470" kern="1200">
                <a:solidFill>
                  <a:schemeClr val="tx1"/>
                </a:solidFill>
                <a:latin typeface="+mn-lt"/>
                <a:ea typeface="+mn-ea"/>
                <a:cs typeface="+mn-cs"/>
              </a:defRPr>
            </a:lvl4pPr>
            <a:lvl5pPr marL="7624866" indent="-847208" algn="l" defTabSz="3388829" rtl="0" eaLnBrk="1" latinLnBrk="0" hangingPunct="1">
              <a:spcBef>
                <a:spcPct val="20000"/>
              </a:spcBef>
              <a:buFont typeface="Arial" pitchFamily="34" charset="0"/>
              <a:buChar char="»"/>
              <a:defRPr sz="7470" kern="1200">
                <a:solidFill>
                  <a:schemeClr val="tx1"/>
                </a:solidFill>
                <a:latin typeface="+mn-lt"/>
                <a:ea typeface="+mn-ea"/>
                <a:cs typeface="+mn-cs"/>
              </a:defRPr>
            </a:lvl5pPr>
            <a:lvl6pPr marL="9319281" indent="-847208" algn="l" defTabSz="3388829" rtl="0" eaLnBrk="1" latinLnBrk="0" hangingPunct="1">
              <a:spcBef>
                <a:spcPct val="20000"/>
              </a:spcBef>
              <a:buFont typeface="Arial" pitchFamily="34" charset="0"/>
              <a:buChar char="•"/>
              <a:defRPr sz="7470" kern="1200">
                <a:solidFill>
                  <a:schemeClr val="tx1"/>
                </a:solidFill>
                <a:latin typeface="+mn-lt"/>
                <a:ea typeface="+mn-ea"/>
                <a:cs typeface="+mn-cs"/>
              </a:defRPr>
            </a:lvl6pPr>
            <a:lvl7pPr marL="11013695" indent="-847208" algn="l" defTabSz="3388829" rtl="0" eaLnBrk="1" latinLnBrk="0" hangingPunct="1">
              <a:spcBef>
                <a:spcPct val="20000"/>
              </a:spcBef>
              <a:buFont typeface="Arial" pitchFamily="34" charset="0"/>
              <a:buChar char="•"/>
              <a:defRPr sz="7470" kern="1200">
                <a:solidFill>
                  <a:schemeClr val="tx1"/>
                </a:solidFill>
                <a:latin typeface="+mn-lt"/>
                <a:ea typeface="+mn-ea"/>
                <a:cs typeface="+mn-cs"/>
              </a:defRPr>
            </a:lvl7pPr>
            <a:lvl8pPr marL="12708110" indent="-847208" algn="l" defTabSz="3388829" rtl="0" eaLnBrk="1" latinLnBrk="0" hangingPunct="1">
              <a:spcBef>
                <a:spcPct val="20000"/>
              </a:spcBef>
              <a:buFont typeface="Arial" pitchFamily="34" charset="0"/>
              <a:buChar char="•"/>
              <a:defRPr sz="7470" kern="1200">
                <a:solidFill>
                  <a:schemeClr val="tx1"/>
                </a:solidFill>
                <a:latin typeface="+mn-lt"/>
                <a:ea typeface="+mn-ea"/>
                <a:cs typeface="+mn-cs"/>
              </a:defRPr>
            </a:lvl8pPr>
            <a:lvl9pPr marL="14402525" indent="-847208" algn="l" defTabSz="3388829" rtl="0" eaLnBrk="1" latinLnBrk="0" hangingPunct="1">
              <a:spcBef>
                <a:spcPct val="20000"/>
              </a:spcBef>
              <a:buFont typeface="Arial" pitchFamily="34" charset="0"/>
              <a:buChar char="•"/>
              <a:defRPr sz="7470" kern="1200">
                <a:solidFill>
                  <a:schemeClr val="tx1"/>
                </a:solidFill>
                <a:latin typeface="+mn-lt"/>
                <a:ea typeface="+mn-ea"/>
                <a:cs typeface="+mn-cs"/>
              </a:defRPr>
            </a:lvl9pPr>
          </a:lstStyle>
          <a:p>
            <a:r>
              <a:rPr lang="en-US" dirty="0" smtClean="0"/>
              <a:t>Related Work</a:t>
            </a:r>
            <a:endParaRPr lang="en-US" dirty="0"/>
          </a:p>
        </p:txBody>
      </p:sp>
      <p:sp>
        <p:nvSpPr>
          <p:cNvPr id="20" name="Text Placeholder 90"/>
          <p:cNvSpPr txBox="1">
            <a:spLocks/>
          </p:cNvSpPr>
          <p:nvPr/>
        </p:nvSpPr>
        <p:spPr>
          <a:xfrm>
            <a:off x="13856717" y="25161861"/>
            <a:ext cx="12935858" cy="2796714"/>
          </a:xfrm>
          <a:prstGeom prst="rect">
            <a:avLst/>
          </a:prstGeom>
        </p:spPr>
        <p:txBody>
          <a:bodyPr wrap="square" lIns="196113" tIns="196113" rIns="196113" bIns="196113">
            <a:spAutoFit/>
          </a:bodyPr>
          <a:lstStyle>
            <a:lvl1pPr marL="0" indent="0" algn="l" defTabSz="3388829" rtl="0" eaLnBrk="1" latinLnBrk="0" hangingPunct="1">
              <a:spcBef>
                <a:spcPct val="20000"/>
              </a:spcBef>
              <a:buFont typeface="Arial" pitchFamily="34" charset="0"/>
              <a:buNone/>
              <a:defRPr sz="2160" kern="1200">
                <a:solidFill>
                  <a:schemeClr val="accent5">
                    <a:lumMod val="50000"/>
                  </a:schemeClr>
                </a:solidFill>
                <a:latin typeface="Times New Roman" panose="02020603050405020304" pitchFamily="18" charset="0"/>
                <a:ea typeface="+mn-ea"/>
                <a:cs typeface="Times New Roman" panose="02020603050405020304" pitchFamily="18" charset="0"/>
              </a:defRPr>
            </a:lvl1pPr>
            <a:lvl2pPr marL="1147260" indent="-441254" algn="l" defTabSz="3388829" rtl="0" eaLnBrk="1" latinLnBrk="0" hangingPunct="1">
              <a:spcBef>
                <a:spcPct val="20000"/>
              </a:spcBef>
              <a:buFont typeface="Arial" pitchFamily="34" charset="0"/>
              <a:buChar char="–"/>
              <a:defRPr sz="1980" kern="1200">
                <a:solidFill>
                  <a:schemeClr val="tx1"/>
                </a:solidFill>
                <a:latin typeface="Trebuchet MS" pitchFamily="34" charset="0"/>
                <a:ea typeface="+mn-ea"/>
                <a:cs typeface="+mn-cs"/>
              </a:defRPr>
            </a:lvl2pPr>
            <a:lvl3pPr marL="1588514" indent="-441254" algn="l" defTabSz="3388829" rtl="0" eaLnBrk="1" latinLnBrk="0" hangingPunct="1">
              <a:spcBef>
                <a:spcPct val="20000"/>
              </a:spcBef>
              <a:buFont typeface="Arial" pitchFamily="34" charset="0"/>
              <a:buChar char="•"/>
              <a:defRPr sz="1980" kern="1200">
                <a:solidFill>
                  <a:schemeClr val="tx1"/>
                </a:solidFill>
                <a:latin typeface="Trebuchet MS" pitchFamily="34" charset="0"/>
                <a:ea typeface="+mn-ea"/>
                <a:cs typeface="+mn-cs"/>
              </a:defRPr>
            </a:lvl3pPr>
            <a:lvl4pPr marL="2073893" indent="-485379" algn="l" defTabSz="3388829" rtl="0" eaLnBrk="1" latinLnBrk="0" hangingPunct="1">
              <a:spcBef>
                <a:spcPct val="20000"/>
              </a:spcBef>
              <a:buFont typeface="Arial" pitchFamily="34" charset="0"/>
              <a:buChar char="–"/>
              <a:defRPr sz="1980" kern="1200">
                <a:solidFill>
                  <a:schemeClr val="tx1"/>
                </a:solidFill>
                <a:latin typeface="Trebuchet MS" pitchFamily="34" charset="0"/>
                <a:ea typeface="+mn-ea"/>
                <a:cs typeface="+mn-cs"/>
              </a:defRPr>
            </a:lvl4pPr>
            <a:lvl5pPr marL="2426896" indent="-353003" algn="l" defTabSz="3388829" rtl="0" eaLnBrk="1" latinLnBrk="0" hangingPunct="1">
              <a:spcBef>
                <a:spcPct val="20000"/>
              </a:spcBef>
              <a:buFont typeface="Arial" pitchFamily="34" charset="0"/>
              <a:buChar char="»"/>
              <a:defRPr sz="1980" kern="1200">
                <a:solidFill>
                  <a:schemeClr val="tx1"/>
                </a:solidFill>
                <a:latin typeface="Trebuchet MS" pitchFamily="34" charset="0"/>
                <a:ea typeface="+mn-ea"/>
                <a:cs typeface="+mn-cs"/>
              </a:defRPr>
            </a:lvl5pPr>
            <a:lvl6pPr marL="9319281" indent="-847208" algn="l" defTabSz="3388829" rtl="0" eaLnBrk="1" latinLnBrk="0" hangingPunct="1">
              <a:spcBef>
                <a:spcPct val="20000"/>
              </a:spcBef>
              <a:buFont typeface="Arial" pitchFamily="34" charset="0"/>
              <a:buChar char="•"/>
              <a:defRPr sz="7470" kern="1200">
                <a:solidFill>
                  <a:schemeClr val="tx1"/>
                </a:solidFill>
                <a:latin typeface="+mn-lt"/>
                <a:ea typeface="+mn-ea"/>
                <a:cs typeface="+mn-cs"/>
              </a:defRPr>
            </a:lvl6pPr>
            <a:lvl7pPr marL="11013695" indent="-847208" algn="l" defTabSz="3388829" rtl="0" eaLnBrk="1" latinLnBrk="0" hangingPunct="1">
              <a:spcBef>
                <a:spcPct val="20000"/>
              </a:spcBef>
              <a:buFont typeface="Arial" pitchFamily="34" charset="0"/>
              <a:buChar char="•"/>
              <a:defRPr sz="7470" kern="1200">
                <a:solidFill>
                  <a:schemeClr val="tx1"/>
                </a:solidFill>
                <a:latin typeface="+mn-lt"/>
                <a:ea typeface="+mn-ea"/>
                <a:cs typeface="+mn-cs"/>
              </a:defRPr>
            </a:lvl7pPr>
            <a:lvl8pPr marL="12708110" indent="-847208" algn="l" defTabSz="3388829" rtl="0" eaLnBrk="1" latinLnBrk="0" hangingPunct="1">
              <a:spcBef>
                <a:spcPct val="20000"/>
              </a:spcBef>
              <a:buFont typeface="Arial" pitchFamily="34" charset="0"/>
              <a:buChar char="•"/>
              <a:defRPr sz="7470" kern="1200">
                <a:solidFill>
                  <a:schemeClr val="tx1"/>
                </a:solidFill>
                <a:latin typeface="+mn-lt"/>
                <a:ea typeface="+mn-ea"/>
                <a:cs typeface="+mn-cs"/>
              </a:defRPr>
            </a:lvl8pPr>
            <a:lvl9pPr marL="14402525" indent="-847208" algn="l" defTabSz="3388829" rtl="0" eaLnBrk="1" latinLnBrk="0" hangingPunct="1">
              <a:spcBef>
                <a:spcPct val="20000"/>
              </a:spcBef>
              <a:buFont typeface="Arial" pitchFamily="34" charset="0"/>
              <a:buChar char="•"/>
              <a:defRPr sz="7470" kern="1200">
                <a:solidFill>
                  <a:schemeClr val="tx1"/>
                </a:solidFill>
                <a:latin typeface="+mn-lt"/>
                <a:ea typeface="+mn-ea"/>
                <a:cs typeface="+mn-cs"/>
              </a:defRPr>
            </a:lvl9pPr>
          </a:lstStyle>
          <a:p>
            <a:pPr algn="just"/>
            <a:r>
              <a:rPr lang="zh-CN" altLang="en-US" sz="2000" dirty="0" smtClean="0"/>
              <a:t>  </a:t>
            </a:r>
            <a:r>
              <a:rPr lang="en-US" sz="2000" dirty="0" err="1" smtClean="0"/>
              <a:t>Akshay</a:t>
            </a:r>
            <a:r>
              <a:rPr lang="en-US" sz="2000" dirty="0" smtClean="0"/>
              <a:t> </a:t>
            </a:r>
            <a:r>
              <a:rPr lang="en-US" sz="2000" dirty="0"/>
              <a:t>Kumar Gupta. </a:t>
            </a:r>
            <a:r>
              <a:rPr lang="en-US" sz="2000" b="1" i="1" dirty="0"/>
              <a:t>Survey of visual question answering: Datasets and techniques.</a:t>
            </a:r>
            <a:r>
              <a:rPr lang="en-US" sz="2000" b="1" dirty="0"/>
              <a:t> </a:t>
            </a:r>
            <a:r>
              <a:rPr lang="en-US" sz="2000" i="1" dirty="0" err="1" smtClean="0"/>
              <a:t>CoRR</a:t>
            </a:r>
            <a:r>
              <a:rPr lang="en-US" sz="2000" dirty="0" smtClean="0"/>
              <a:t>,</a:t>
            </a:r>
            <a:r>
              <a:rPr lang="zh-CN" altLang="en-US" sz="2000" dirty="0" smtClean="0"/>
              <a:t> </a:t>
            </a:r>
            <a:r>
              <a:rPr lang="en-US" sz="2000" dirty="0" smtClean="0"/>
              <a:t>abs/1705.03865</a:t>
            </a:r>
            <a:r>
              <a:rPr lang="en-US" sz="2000" dirty="0"/>
              <a:t>, 2017</a:t>
            </a:r>
            <a:r>
              <a:rPr lang="en-US" sz="2000" dirty="0" smtClean="0"/>
              <a:t>.</a:t>
            </a:r>
            <a:endParaRPr lang="zh-CN" altLang="en-US" sz="2000" dirty="0" smtClean="0"/>
          </a:p>
          <a:p>
            <a:pPr algn="just"/>
            <a:r>
              <a:rPr lang="zh-CN" altLang="en-US" sz="2000" dirty="0" smtClean="0"/>
              <a:t>  </a:t>
            </a:r>
            <a:r>
              <a:rPr lang="en-US" sz="2000" dirty="0" smtClean="0"/>
              <a:t>Abhishek </a:t>
            </a:r>
            <a:r>
              <a:rPr lang="en-US" sz="2000" dirty="0"/>
              <a:t>Das, </a:t>
            </a:r>
            <a:r>
              <a:rPr lang="en-US" sz="2000" dirty="0" err="1"/>
              <a:t>Satwik</a:t>
            </a:r>
            <a:r>
              <a:rPr lang="en-US" sz="2000" dirty="0"/>
              <a:t> </a:t>
            </a:r>
            <a:r>
              <a:rPr lang="en-US" sz="2000" dirty="0" err="1"/>
              <a:t>Kottur</a:t>
            </a:r>
            <a:r>
              <a:rPr lang="en-US" sz="2000" dirty="0"/>
              <a:t>, </a:t>
            </a:r>
            <a:r>
              <a:rPr lang="en-US" sz="2000" dirty="0" err="1"/>
              <a:t>Khushi</a:t>
            </a:r>
            <a:r>
              <a:rPr lang="en-US" sz="2000" dirty="0"/>
              <a:t> Gupta, </a:t>
            </a:r>
            <a:r>
              <a:rPr lang="en-US" sz="2000" dirty="0" err="1"/>
              <a:t>Avi</a:t>
            </a:r>
            <a:r>
              <a:rPr lang="en-US" sz="2000" dirty="0"/>
              <a:t> Singh, </a:t>
            </a:r>
            <a:r>
              <a:rPr lang="en-US" sz="2000" dirty="0" err="1"/>
              <a:t>Deshraj</a:t>
            </a:r>
            <a:r>
              <a:rPr lang="en-US" sz="2000" dirty="0"/>
              <a:t> Yadav, Jose ́ M. F. </a:t>
            </a:r>
            <a:r>
              <a:rPr lang="en-US" sz="2000" dirty="0" err="1"/>
              <a:t>Moura</a:t>
            </a:r>
            <a:r>
              <a:rPr lang="en-US" sz="2000" dirty="0"/>
              <a:t>, Devi Parikh, and </a:t>
            </a:r>
            <a:r>
              <a:rPr lang="en-US" sz="2000" dirty="0" err="1"/>
              <a:t>Dhruv</a:t>
            </a:r>
            <a:r>
              <a:rPr lang="en-US" sz="2000" dirty="0"/>
              <a:t> </a:t>
            </a:r>
            <a:r>
              <a:rPr lang="en-US" sz="2000" dirty="0" err="1" smtClean="0"/>
              <a:t>Batra</a:t>
            </a:r>
            <a:r>
              <a:rPr lang="en-US" sz="2000" dirty="0" smtClean="0"/>
              <a:t>. </a:t>
            </a:r>
            <a:r>
              <a:rPr lang="en-US" sz="2000" b="1" i="1" dirty="0" smtClean="0"/>
              <a:t>Visual </a:t>
            </a:r>
            <a:r>
              <a:rPr lang="en-US" sz="2000" b="1" i="1" dirty="0"/>
              <a:t>dialog.</a:t>
            </a:r>
            <a:r>
              <a:rPr lang="en-US" sz="2000" dirty="0"/>
              <a:t> </a:t>
            </a:r>
            <a:r>
              <a:rPr lang="en-US" sz="2000" i="1" dirty="0" smtClean="0"/>
              <a:t>IEEE </a:t>
            </a:r>
            <a:r>
              <a:rPr lang="en-US" sz="2000" i="1" dirty="0"/>
              <a:t>Conference on Computer Vision and Pattern Recognition, CVPR 2017</a:t>
            </a:r>
            <a:r>
              <a:rPr lang="en-US" sz="2000" dirty="0" smtClean="0"/>
              <a:t>.</a:t>
            </a:r>
          </a:p>
          <a:p>
            <a:r>
              <a:rPr lang="en-US" sz="2000" dirty="0" smtClean="0"/>
              <a:t>  Yu </a:t>
            </a:r>
            <a:r>
              <a:rPr lang="en-US" sz="2000" dirty="0"/>
              <a:t>Wu, Wei Wu, Ming Zhou, and </a:t>
            </a:r>
            <a:r>
              <a:rPr lang="en-US" sz="2000" dirty="0" err="1"/>
              <a:t>Zhoujun</a:t>
            </a:r>
            <a:r>
              <a:rPr lang="en-US" sz="2000" dirty="0"/>
              <a:t> Li. </a:t>
            </a:r>
            <a:r>
              <a:rPr lang="en-US" sz="2000" b="1" i="1" dirty="0"/>
              <a:t>Sequential match network: A new architecture for </a:t>
            </a:r>
            <a:r>
              <a:rPr lang="en-US" sz="2000" b="1" i="1" dirty="0" smtClean="0"/>
              <a:t>multi-turn </a:t>
            </a:r>
            <a:r>
              <a:rPr lang="en-US" sz="2000" b="1" i="1" dirty="0"/>
              <a:t>response selection in retrieval-based </a:t>
            </a:r>
            <a:r>
              <a:rPr lang="en-US" sz="2000" b="1" i="1" dirty="0" err="1"/>
              <a:t>chatbots</a:t>
            </a:r>
            <a:r>
              <a:rPr lang="en-US" sz="2000" b="1" i="1" dirty="0"/>
              <a:t>. </a:t>
            </a:r>
            <a:r>
              <a:rPr lang="en-US" sz="2000" i="1" dirty="0" err="1"/>
              <a:t>CoRR</a:t>
            </a:r>
            <a:r>
              <a:rPr lang="en-US" sz="2000" dirty="0"/>
              <a:t>, abs/1612.01627, 2016. </a:t>
            </a:r>
          </a:p>
          <a:p>
            <a:pPr algn="just"/>
            <a:r>
              <a:rPr lang="en-US" sz="2000" dirty="0" smtClean="0"/>
              <a:t> </a:t>
            </a:r>
            <a:endParaRPr lang="en-US" sz="2000" dirty="0"/>
          </a:p>
          <a:p>
            <a:pPr algn="just"/>
            <a:r>
              <a:rPr lang="en-US" sz="2000" dirty="0" smtClean="0"/>
              <a:t> </a:t>
            </a:r>
            <a:endParaRPr lang="en-US" sz="2000" dirty="0"/>
          </a:p>
        </p:txBody>
      </p:sp>
      <p:pic>
        <p:nvPicPr>
          <p:cNvPr id="3" name="Picture 2"/>
          <p:cNvPicPr>
            <a:picLocks noChangeAspect="1"/>
          </p:cNvPicPr>
          <p:nvPr/>
        </p:nvPicPr>
        <p:blipFill>
          <a:blip r:embed="rId7">
            <a:extLst>
              <a:ext uri="{28A0092B-C50C-407E-A947-70E740481C1C}">
                <a14:useLocalDpi xmlns:a14="http://schemas.microsoft.com/office/drawing/2010/main" val="0"/>
              </a:ext>
            </a:extLst>
          </a:blip>
          <a:stretch>
            <a:fillRect/>
          </a:stretch>
        </p:blipFill>
        <p:spPr>
          <a:xfrm>
            <a:off x="1785310" y="12333007"/>
            <a:ext cx="10393182" cy="3472633"/>
          </a:xfrm>
          <a:prstGeom prst="rect">
            <a:avLst/>
          </a:prstGeom>
        </p:spPr>
      </p:pic>
      <p:sp>
        <p:nvSpPr>
          <p:cNvPr id="23" name="Text Placeholder 84"/>
          <p:cNvSpPr txBox="1">
            <a:spLocks/>
          </p:cNvSpPr>
          <p:nvPr/>
        </p:nvSpPr>
        <p:spPr>
          <a:xfrm>
            <a:off x="535618" y="11652455"/>
            <a:ext cx="12949224" cy="643172"/>
          </a:xfrm>
          <a:prstGeom prst="rect">
            <a:avLst/>
          </a:prstGeom>
          <a:noFill/>
        </p:spPr>
        <p:txBody>
          <a:bodyPr wrap="square" lIns="78446" tIns="78446" rIns="78446" bIns="78446" anchor="ctr" anchorCtr="0">
            <a:spAutoFit/>
          </a:bodyPr>
          <a:lstStyle>
            <a:lvl1pPr marL="0" indent="0" algn="ctr" defTabSz="3388829" rtl="0" eaLnBrk="1" latinLnBrk="0" hangingPunct="1">
              <a:spcBef>
                <a:spcPct val="20000"/>
              </a:spcBef>
              <a:buFont typeface="Arial" pitchFamily="34" charset="0"/>
              <a:buNone/>
              <a:defRPr sz="3150" b="1" u="sng" kern="1200" baseline="0">
                <a:solidFill>
                  <a:schemeClr val="accent5">
                    <a:lumMod val="50000"/>
                  </a:schemeClr>
                </a:solidFill>
                <a:latin typeface="+mn-lt"/>
                <a:ea typeface="+mn-ea"/>
                <a:cs typeface="+mn-cs"/>
              </a:defRPr>
            </a:lvl1pPr>
            <a:lvl2pPr marL="2753424" indent="-1059009" algn="l" defTabSz="3388829" rtl="0" eaLnBrk="1" latinLnBrk="0" hangingPunct="1">
              <a:spcBef>
                <a:spcPct val="20000"/>
              </a:spcBef>
              <a:buFont typeface="Arial" pitchFamily="34" charset="0"/>
              <a:buChar char="–"/>
              <a:defRPr sz="10440" kern="1200">
                <a:solidFill>
                  <a:schemeClr val="tx1"/>
                </a:solidFill>
                <a:latin typeface="+mn-lt"/>
                <a:ea typeface="+mn-ea"/>
                <a:cs typeface="+mn-cs"/>
              </a:defRPr>
            </a:lvl2pPr>
            <a:lvl3pPr marL="4236037" indent="-847208" algn="l" defTabSz="3388829" rtl="0" eaLnBrk="1" latinLnBrk="0" hangingPunct="1">
              <a:spcBef>
                <a:spcPct val="20000"/>
              </a:spcBef>
              <a:buFont typeface="Arial" pitchFamily="34" charset="0"/>
              <a:buChar char="•"/>
              <a:defRPr sz="8910" kern="1200">
                <a:solidFill>
                  <a:schemeClr val="tx1"/>
                </a:solidFill>
                <a:latin typeface="+mn-lt"/>
                <a:ea typeface="+mn-ea"/>
                <a:cs typeface="+mn-cs"/>
              </a:defRPr>
            </a:lvl3pPr>
            <a:lvl4pPr marL="5930452" indent="-847208" algn="l" defTabSz="3388829" rtl="0" eaLnBrk="1" latinLnBrk="0" hangingPunct="1">
              <a:spcBef>
                <a:spcPct val="20000"/>
              </a:spcBef>
              <a:buFont typeface="Arial" pitchFamily="34" charset="0"/>
              <a:buChar char="–"/>
              <a:defRPr sz="7470" kern="1200">
                <a:solidFill>
                  <a:schemeClr val="tx1"/>
                </a:solidFill>
                <a:latin typeface="+mn-lt"/>
                <a:ea typeface="+mn-ea"/>
                <a:cs typeface="+mn-cs"/>
              </a:defRPr>
            </a:lvl4pPr>
            <a:lvl5pPr marL="7624866" indent="-847208" algn="l" defTabSz="3388829" rtl="0" eaLnBrk="1" latinLnBrk="0" hangingPunct="1">
              <a:spcBef>
                <a:spcPct val="20000"/>
              </a:spcBef>
              <a:buFont typeface="Arial" pitchFamily="34" charset="0"/>
              <a:buChar char="»"/>
              <a:defRPr sz="7470" kern="1200">
                <a:solidFill>
                  <a:schemeClr val="tx1"/>
                </a:solidFill>
                <a:latin typeface="+mn-lt"/>
                <a:ea typeface="+mn-ea"/>
                <a:cs typeface="+mn-cs"/>
              </a:defRPr>
            </a:lvl5pPr>
            <a:lvl6pPr marL="9319281" indent="-847208" algn="l" defTabSz="3388829" rtl="0" eaLnBrk="1" latinLnBrk="0" hangingPunct="1">
              <a:spcBef>
                <a:spcPct val="20000"/>
              </a:spcBef>
              <a:buFont typeface="Arial" pitchFamily="34" charset="0"/>
              <a:buChar char="•"/>
              <a:defRPr sz="7470" kern="1200">
                <a:solidFill>
                  <a:schemeClr val="tx1"/>
                </a:solidFill>
                <a:latin typeface="+mn-lt"/>
                <a:ea typeface="+mn-ea"/>
                <a:cs typeface="+mn-cs"/>
              </a:defRPr>
            </a:lvl6pPr>
            <a:lvl7pPr marL="11013695" indent="-847208" algn="l" defTabSz="3388829" rtl="0" eaLnBrk="1" latinLnBrk="0" hangingPunct="1">
              <a:spcBef>
                <a:spcPct val="20000"/>
              </a:spcBef>
              <a:buFont typeface="Arial" pitchFamily="34" charset="0"/>
              <a:buChar char="•"/>
              <a:defRPr sz="7470" kern="1200">
                <a:solidFill>
                  <a:schemeClr val="tx1"/>
                </a:solidFill>
                <a:latin typeface="+mn-lt"/>
                <a:ea typeface="+mn-ea"/>
                <a:cs typeface="+mn-cs"/>
              </a:defRPr>
            </a:lvl7pPr>
            <a:lvl8pPr marL="12708110" indent="-847208" algn="l" defTabSz="3388829" rtl="0" eaLnBrk="1" latinLnBrk="0" hangingPunct="1">
              <a:spcBef>
                <a:spcPct val="20000"/>
              </a:spcBef>
              <a:buFont typeface="Arial" pitchFamily="34" charset="0"/>
              <a:buChar char="•"/>
              <a:defRPr sz="7470" kern="1200">
                <a:solidFill>
                  <a:schemeClr val="tx1"/>
                </a:solidFill>
                <a:latin typeface="+mn-lt"/>
                <a:ea typeface="+mn-ea"/>
                <a:cs typeface="+mn-cs"/>
              </a:defRPr>
            </a:lvl8pPr>
            <a:lvl9pPr marL="14402525" indent="-847208" algn="l" defTabSz="3388829" rtl="0" eaLnBrk="1" latinLnBrk="0" hangingPunct="1">
              <a:spcBef>
                <a:spcPct val="20000"/>
              </a:spcBef>
              <a:buFont typeface="Arial" pitchFamily="34" charset="0"/>
              <a:buChar char="•"/>
              <a:defRPr sz="7470" kern="1200">
                <a:solidFill>
                  <a:schemeClr val="tx1"/>
                </a:solidFill>
                <a:latin typeface="+mn-lt"/>
                <a:ea typeface="+mn-ea"/>
                <a:cs typeface="+mn-cs"/>
              </a:defRPr>
            </a:lvl9pPr>
          </a:lstStyle>
          <a:p>
            <a:r>
              <a:rPr lang="en-US" b="0" dirty="0" smtClean="0"/>
              <a:t>Late Fusion - Discriminative</a:t>
            </a:r>
          </a:p>
        </p:txBody>
      </p:sp>
      <p:sp>
        <p:nvSpPr>
          <p:cNvPr id="25" name="Text Placeholder 84"/>
          <p:cNvSpPr txBox="1">
            <a:spLocks/>
          </p:cNvSpPr>
          <p:nvPr/>
        </p:nvSpPr>
        <p:spPr>
          <a:xfrm>
            <a:off x="535618" y="17663471"/>
            <a:ext cx="12949224" cy="643172"/>
          </a:xfrm>
          <a:prstGeom prst="rect">
            <a:avLst/>
          </a:prstGeom>
          <a:noFill/>
        </p:spPr>
        <p:txBody>
          <a:bodyPr wrap="square" lIns="78446" tIns="78446" rIns="78446" bIns="78446" anchor="ctr" anchorCtr="0">
            <a:spAutoFit/>
          </a:bodyPr>
          <a:lstStyle>
            <a:lvl1pPr marL="0" indent="0" algn="ctr" defTabSz="3388829" rtl="0" eaLnBrk="1" latinLnBrk="0" hangingPunct="1">
              <a:spcBef>
                <a:spcPct val="20000"/>
              </a:spcBef>
              <a:buFont typeface="Arial" pitchFamily="34" charset="0"/>
              <a:buNone/>
              <a:defRPr sz="3150" b="1" u="sng" kern="1200" baseline="0">
                <a:solidFill>
                  <a:schemeClr val="accent5">
                    <a:lumMod val="50000"/>
                  </a:schemeClr>
                </a:solidFill>
                <a:latin typeface="+mn-lt"/>
                <a:ea typeface="+mn-ea"/>
                <a:cs typeface="+mn-cs"/>
              </a:defRPr>
            </a:lvl1pPr>
            <a:lvl2pPr marL="2753424" indent="-1059009" algn="l" defTabSz="3388829" rtl="0" eaLnBrk="1" latinLnBrk="0" hangingPunct="1">
              <a:spcBef>
                <a:spcPct val="20000"/>
              </a:spcBef>
              <a:buFont typeface="Arial" pitchFamily="34" charset="0"/>
              <a:buChar char="–"/>
              <a:defRPr sz="10440" kern="1200">
                <a:solidFill>
                  <a:schemeClr val="tx1"/>
                </a:solidFill>
                <a:latin typeface="+mn-lt"/>
                <a:ea typeface="+mn-ea"/>
                <a:cs typeface="+mn-cs"/>
              </a:defRPr>
            </a:lvl2pPr>
            <a:lvl3pPr marL="4236037" indent="-847208" algn="l" defTabSz="3388829" rtl="0" eaLnBrk="1" latinLnBrk="0" hangingPunct="1">
              <a:spcBef>
                <a:spcPct val="20000"/>
              </a:spcBef>
              <a:buFont typeface="Arial" pitchFamily="34" charset="0"/>
              <a:buChar char="•"/>
              <a:defRPr sz="8910" kern="1200">
                <a:solidFill>
                  <a:schemeClr val="tx1"/>
                </a:solidFill>
                <a:latin typeface="+mn-lt"/>
                <a:ea typeface="+mn-ea"/>
                <a:cs typeface="+mn-cs"/>
              </a:defRPr>
            </a:lvl3pPr>
            <a:lvl4pPr marL="5930452" indent="-847208" algn="l" defTabSz="3388829" rtl="0" eaLnBrk="1" latinLnBrk="0" hangingPunct="1">
              <a:spcBef>
                <a:spcPct val="20000"/>
              </a:spcBef>
              <a:buFont typeface="Arial" pitchFamily="34" charset="0"/>
              <a:buChar char="–"/>
              <a:defRPr sz="7470" kern="1200">
                <a:solidFill>
                  <a:schemeClr val="tx1"/>
                </a:solidFill>
                <a:latin typeface="+mn-lt"/>
                <a:ea typeface="+mn-ea"/>
                <a:cs typeface="+mn-cs"/>
              </a:defRPr>
            </a:lvl4pPr>
            <a:lvl5pPr marL="7624866" indent="-847208" algn="l" defTabSz="3388829" rtl="0" eaLnBrk="1" latinLnBrk="0" hangingPunct="1">
              <a:spcBef>
                <a:spcPct val="20000"/>
              </a:spcBef>
              <a:buFont typeface="Arial" pitchFamily="34" charset="0"/>
              <a:buChar char="»"/>
              <a:defRPr sz="7470" kern="1200">
                <a:solidFill>
                  <a:schemeClr val="tx1"/>
                </a:solidFill>
                <a:latin typeface="+mn-lt"/>
                <a:ea typeface="+mn-ea"/>
                <a:cs typeface="+mn-cs"/>
              </a:defRPr>
            </a:lvl5pPr>
            <a:lvl6pPr marL="9319281" indent="-847208" algn="l" defTabSz="3388829" rtl="0" eaLnBrk="1" latinLnBrk="0" hangingPunct="1">
              <a:spcBef>
                <a:spcPct val="20000"/>
              </a:spcBef>
              <a:buFont typeface="Arial" pitchFamily="34" charset="0"/>
              <a:buChar char="•"/>
              <a:defRPr sz="7470" kern="1200">
                <a:solidFill>
                  <a:schemeClr val="tx1"/>
                </a:solidFill>
                <a:latin typeface="+mn-lt"/>
                <a:ea typeface="+mn-ea"/>
                <a:cs typeface="+mn-cs"/>
              </a:defRPr>
            </a:lvl6pPr>
            <a:lvl7pPr marL="11013695" indent="-847208" algn="l" defTabSz="3388829" rtl="0" eaLnBrk="1" latinLnBrk="0" hangingPunct="1">
              <a:spcBef>
                <a:spcPct val="20000"/>
              </a:spcBef>
              <a:buFont typeface="Arial" pitchFamily="34" charset="0"/>
              <a:buChar char="•"/>
              <a:defRPr sz="7470" kern="1200">
                <a:solidFill>
                  <a:schemeClr val="tx1"/>
                </a:solidFill>
                <a:latin typeface="+mn-lt"/>
                <a:ea typeface="+mn-ea"/>
                <a:cs typeface="+mn-cs"/>
              </a:defRPr>
            </a:lvl7pPr>
            <a:lvl8pPr marL="12708110" indent="-847208" algn="l" defTabSz="3388829" rtl="0" eaLnBrk="1" latinLnBrk="0" hangingPunct="1">
              <a:spcBef>
                <a:spcPct val="20000"/>
              </a:spcBef>
              <a:buFont typeface="Arial" pitchFamily="34" charset="0"/>
              <a:buChar char="•"/>
              <a:defRPr sz="7470" kern="1200">
                <a:solidFill>
                  <a:schemeClr val="tx1"/>
                </a:solidFill>
                <a:latin typeface="+mn-lt"/>
                <a:ea typeface="+mn-ea"/>
                <a:cs typeface="+mn-cs"/>
              </a:defRPr>
            </a:lvl8pPr>
            <a:lvl9pPr marL="14402525" indent="-847208" algn="l" defTabSz="3388829" rtl="0" eaLnBrk="1" latinLnBrk="0" hangingPunct="1">
              <a:spcBef>
                <a:spcPct val="20000"/>
              </a:spcBef>
              <a:buFont typeface="Arial" pitchFamily="34" charset="0"/>
              <a:buChar char="•"/>
              <a:defRPr sz="7470" kern="1200">
                <a:solidFill>
                  <a:schemeClr val="tx1"/>
                </a:solidFill>
                <a:latin typeface="+mn-lt"/>
                <a:ea typeface="+mn-ea"/>
                <a:cs typeface="+mn-cs"/>
              </a:defRPr>
            </a:lvl9pPr>
          </a:lstStyle>
          <a:p>
            <a:r>
              <a:rPr lang="en-US" b="0" dirty="0" smtClean="0"/>
              <a:t>Sequential Matching - Discriminative</a:t>
            </a:r>
          </a:p>
        </p:txBody>
      </p:sp>
      <p:sp>
        <p:nvSpPr>
          <p:cNvPr id="26" name="Text Placeholder 84"/>
          <p:cNvSpPr txBox="1">
            <a:spLocks/>
          </p:cNvSpPr>
          <p:nvPr/>
        </p:nvSpPr>
        <p:spPr>
          <a:xfrm>
            <a:off x="607807" y="24372700"/>
            <a:ext cx="12949224" cy="643172"/>
          </a:xfrm>
          <a:prstGeom prst="rect">
            <a:avLst/>
          </a:prstGeom>
          <a:noFill/>
        </p:spPr>
        <p:txBody>
          <a:bodyPr wrap="square" lIns="78446" tIns="78446" rIns="78446" bIns="78446" anchor="ctr" anchorCtr="0">
            <a:spAutoFit/>
          </a:bodyPr>
          <a:lstStyle>
            <a:lvl1pPr marL="0" indent="0" algn="ctr" defTabSz="3388829" rtl="0" eaLnBrk="1" latinLnBrk="0" hangingPunct="1">
              <a:spcBef>
                <a:spcPct val="20000"/>
              </a:spcBef>
              <a:buFont typeface="Arial" pitchFamily="34" charset="0"/>
              <a:buNone/>
              <a:defRPr sz="3150" b="1" u="sng" kern="1200" baseline="0">
                <a:solidFill>
                  <a:schemeClr val="accent5">
                    <a:lumMod val="50000"/>
                  </a:schemeClr>
                </a:solidFill>
                <a:latin typeface="+mn-lt"/>
                <a:ea typeface="+mn-ea"/>
                <a:cs typeface="+mn-cs"/>
              </a:defRPr>
            </a:lvl1pPr>
            <a:lvl2pPr marL="2753424" indent="-1059009" algn="l" defTabSz="3388829" rtl="0" eaLnBrk="1" latinLnBrk="0" hangingPunct="1">
              <a:spcBef>
                <a:spcPct val="20000"/>
              </a:spcBef>
              <a:buFont typeface="Arial" pitchFamily="34" charset="0"/>
              <a:buChar char="–"/>
              <a:defRPr sz="10440" kern="1200">
                <a:solidFill>
                  <a:schemeClr val="tx1"/>
                </a:solidFill>
                <a:latin typeface="+mn-lt"/>
                <a:ea typeface="+mn-ea"/>
                <a:cs typeface="+mn-cs"/>
              </a:defRPr>
            </a:lvl2pPr>
            <a:lvl3pPr marL="4236037" indent="-847208" algn="l" defTabSz="3388829" rtl="0" eaLnBrk="1" latinLnBrk="0" hangingPunct="1">
              <a:spcBef>
                <a:spcPct val="20000"/>
              </a:spcBef>
              <a:buFont typeface="Arial" pitchFamily="34" charset="0"/>
              <a:buChar char="•"/>
              <a:defRPr sz="8910" kern="1200">
                <a:solidFill>
                  <a:schemeClr val="tx1"/>
                </a:solidFill>
                <a:latin typeface="+mn-lt"/>
                <a:ea typeface="+mn-ea"/>
                <a:cs typeface="+mn-cs"/>
              </a:defRPr>
            </a:lvl3pPr>
            <a:lvl4pPr marL="5930452" indent="-847208" algn="l" defTabSz="3388829" rtl="0" eaLnBrk="1" latinLnBrk="0" hangingPunct="1">
              <a:spcBef>
                <a:spcPct val="20000"/>
              </a:spcBef>
              <a:buFont typeface="Arial" pitchFamily="34" charset="0"/>
              <a:buChar char="–"/>
              <a:defRPr sz="7470" kern="1200">
                <a:solidFill>
                  <a:schemeClr val="tx1"/>
                </a:solidFill>
                <a:latin typeface="+mn-lt"/>
                <a:ea typeface="+mn-ea"/>
                <a:cs typeface="+mn-cs"/>
              </a:defRPr>
            </a:lvl4pPr>
            <a:lvl5pPr marL="7624866" indent="-847208" algn="l" defTabSz="3388829" rtl="0" eaLnBrk="1" latinLnBrk="0" hangingPunct="1">
              <a:spcBef>
                <a:spcPct val="20000"/>
              </a:spcBef>
              <a:buFont typeface="Arial" pitchFamily="34" charset="0"/>
              <a:buChar char="»"/>
              <a:defRPr sz="7470" kern="1200">
                <a:solidFill>
                  <a:schemeClr val="tx1"/>
                </a:solidFill>
                <a:latin typeface="+mn-lt"/>
                <a:ea typeface="+mn-ea"/>
                <a:cs typeface="+mn-cs"/>
              </a:defRPr>
            </a:lvl5pPr>
            <a:lvl6pPr marL="9319281" indent="-847208" algn="l" defTabSz="3388829" rtl="0" eaLnBrk="1" latinLnBrk="0" hangingPunct="1">
              <a:spcBef>
                <a:spcPct val="20000"/>
              </a:spcBef>
              <a:buFont typeface="Arial" pitchFamily="34" charset="0"/>
              <a:buChar char="•"/>
              <a:defRPr sz="7470" kern="1200">
                <a:solidFill>
                  <a:schemeClr val="tx1"/>
                </a:solidFill>
                <a:latin typeface="+mn-lt"/>
                <a:ea typeface="+mn-ea"/>
                <a:cs typeface="+mn-cs"/>
              </a:defRPr>
            </a:lvl6pPr>
            <a:lvl7pPr marL="11013695" indent="-847208" algn="l" defTabSz="3388829" rtl="0" eaLnBrk="1" latinLnBrk="0" hangingPunct="1">
              <a:spcBef>
                <a:spcPct val="20000"/>
              </a:spcBef>
              <a:buFont typeface="Arial" pitchFamily="34" charset="0"/>
              <a:buChar char="•"/>
              <a:defRPr sz="7470" kern="1200">
                <a:solidFill>
                  <a:schemeClr val="tx1"/>
                </a:solidFill>
                <a:latin typeface="+mn-lt"/>
                <a:ea typeface="+mn-ea"/>
                <a:cs typeface="+mn-cs"/>
              </a:defRPr>
            </a:lvl7pPr>
            <a:lvl8pPr marL="12708110" indent="-847208" algn="l" defTabSz="3388829" rtl="0" eaLnBrk="1" latinLnBrk="0" hangingPunct="1">
              <a:spcBef>
                <a:spcPct val="20000"/>
              </a:spcBef>
              <a:buFont typeface="Arial" pitchFamily="34" charset="0"/>
              <a:buChar char="•"/>
              <a:defRPr sz="7470" kern="1200">
                <a:solidFill>
                  <a:schemeClr val="tx1"/>
                </a:solidFill>
                <a:latin typeface="+mn-lt"/>
                <a:ea typeface="+mn-ea"/>
                <a:cs typeface="+mn-cs"/>
              </a:defRPr>
            </a:lvl8pPr>
            <a:lvl9pPr marL="14402525" indent="-847208" algn="l" defTabSz="3388829" rtl="0" eaLnBrk="1" latinLnBrk="0" hangingPunct="1">
              <a:spcBef>
                <a:spcPct val="20000"/>
              </a:spcBef>
              <a:buFont typeface="Arial" pitchFamily="34" charset="0"/>
              <a:buChar char="•"/>
              <a:defRPr sz="7470" kern="1200">
                <a:solidFill>
                  <a:schemeClr val="tx1"/>
                </a:solidFill>
                <a:latin typeface="+mn-lt"/>
                <a:ea typeface="+mn-ea"/>
                <a:cs typeface="+mn-cs"/>
              </a:defRPr>
            </a:lvl9pPr>
          </a:lstStyle>
          <a:p>
            <a:r>
              <a:rPr lang="en-US" b="0" dirty="0" smtClean="0"/>
              <a:t>Late Fusion with Attention - Generative</a:t>
            </a:r>
          </a:p>
        </p:txBody>
      </p:sp>
      <p:pic>
        <p:nvPicPr>
          <p:cNvPr id="4" name="Picture 3"/>
          <p:cNvPicPr>
            <a:picLocks noChangeAspect="1"/>
          </p:cNvPicPr>
          <p:nvPr/>
        </p:nvPicPr>
        <p:blipFill>
          <a:blip r:embed="rId8">
            <a:extLst>
              <a:ext uri="{28A0092B-C50C-407E-A947-70E740481C1C}">
                <a14:useLocalDpi xmlns:a14="http://schemas.microsoft.com/office/drawing/2010/main" val="0"/>
              </a:ext>
            </a:extLst>
          </a:blip>
          <a:stretch>
            <a:fillRect/>
          </a:stretch>
        </p:blipFill>
        <p:spPr>
          <a:xfrm>
            <a:off x="881761" y="18369634"/>
            <a:ext cx="12422541" cy="4273800"/>
          </a:xfrm>
          <a:prstGeom prst="rect">
            <a:avLst/>
          </a:prstGeom>
        </p:spPr>
      </p:pic>
      <p:sp>
        <p:nvSpPr>
          <p:cNvPr id="2" name="TextBox 1"/>
          <p:cNvSpPr txBox="1"/>
          <p:nvPr/>
        </p:nvSpPr>
        <p:spPr>
          <a:xfrm>
            <a:off x="896717" y="15905148"/>
            <a:ext cx="12300153" cy="1754326"/>
          </a:xfrm>
          <a:prstGeom prst="rect">
            <a:avLst/>
          </a:prstGeom>
          <a:noFill/>
        </p:spPr>
        <p:txBody>
          <a:bodyPr wrap="square" rtlCol="0">
            <a:spAutoFit/>
          </a:bodyPr>
          <a:lstStyle/>
          <a:p>
            <a:pPr algn="just"/>
            <a:r>
              <a:rPr lang="en-US" sz="2160" dirty="0" smtClean="0">
                <a:latin typeface="Times New Roman" panose="02020603050405020304" pitchFamily="18" charset="0"/>
                <a:cs typeface="Times New Roman" panose="02020603050405020304" pitchFamily="18" charset="0"/>
              </a:rPr>
              <a:t>We first decided to use a Late Fusion Discriminative model as the baseline with which we would compare our other models to in terms of performance. This model has an LF Encoder which concatenates the individual representations of the questions and the images, and linearly transforms this input to a desired joint representation of features. The discriminative decoder computes the similarity between the input encoding and the </a:t>
            </a:r>
            <a:r>
              <a:rPr lang="en-US" sz="2160" dirty="0" smtClean="0">
                <a:latin typeface="Times New Roman" panose="02020603050405020304" pitchFamily="18" charset="0"/>
                <a:cs typeface="Times New Roman" panose="02020603050405020304" pitchFamily="18" charset="0"/>
              </a:rPr>
              <a:t>GRU encoding </a:t>
            </a:r>
            <a:r>
              <a:rPr lang="en-US" sz="2160" dirty="0" smtClean="0">
                <a:latin typeface="Times New Roman" panose="02020603050405020304" pitchFamily="18" charset="0"/>
                <a:cs typeface="Times New Roman" panose="02020603050405020304" pitchFamily="18" charset="0"/>
              </a:rPr>
              <a:t>of the answer options to get an evaluation metric.</a:t>
            </a:r>
          </a:p>
        </p:txBody>
      </p:sp>
      <p:sp>
        <p:nvSpPr>
          <p:cNvPr id="6" name="TextBox 5"/>
          <p:cNvSpPr txBox="1"/>
          <p:nvPr/>
        </p:nvSpPr>
        <p:spPr>
          <a:xfrm>
            <a:off x="896717" y="29482288"/>
            <a:ext cx="12300154" cy="2086725"/>
          </a:xfrm>
          <a:prstGeom prst="rect">
            <a:avLst/>
          </a:prstGeom>
          <a:noFill/>
        </p:spPr>
        <p:txBody>
          <a:bodyPr wrap="square" rtlCol="0">
            <a:spAutoFit/>
          </a:bodyPr>
          <a:lstStyle/>
          <a:p>
            <a:pPr algn="just"/>
            <a:r>
              <a:rPr lang="en-US" sz="2160" dirty="0">
                <a:latin typeface="Times New Roman" charset="0"/>
                <a:ea typeface="Times New Roman" charset="0"/>
                <a:cs typeface="Times New Roman" charset="0"/>
              </a:rPr>
              <a:t>In this part, we implement the generative model with the attention-based word decoder. At every output step, the model produces a probability distribution over the next word conditioned on all the words seen previously. The context vector is produced by an attention mechanism, </a:t>
            </a:r>
            <a:r>
              <a:rPr lang="en-US" sz="2160" dirty="0" smtClean="0">
                <a:latin typeface="Times New Roman" charset="0"/>
                <a:ea typeface="Times New Roman" charset="0"/>
                <a:cs typeface="Times New Roman" charset="0"/>
              </a:rPr>
              <a:t>where the </a:t>
            </a:r>
            <a:r>
              <a:rPr lang="en-US" sz="2160" dirty="0">
                <a:latin typeface="Times New Roman" charset="0"/>
                <a:ea typeface="Times New Roman" charset="0"/>
                <a:cs typeface="Times New Roman" charset="0"/>
              </a:rPr>
              <a:t>question is converted with GRU and MLP while the image is segmented first then converted with MLP. With keys and values, and the transformation of encoder features, the contexts can be created. Then we concatenate these two parts and input them along with the hidden vector into the projection to get the final </a:t>
            </a:r>
            <a:r>
              <a:rPr lang="en-US" sz="2160" dirty="0" smtClean="0">
                <a:latin typeface="Times New Roman" charset="0"/>
                <a:ea typeface="Times New Roman" charset="0"/>
                <a:cs typeface="Times New Roman" charset="0"/>
              </a:rPr>
              <a:t>distribution.</a:t>
            </a:r>
            <a:endParaRPr lang="en-US" sz="2160" dirty="0" smtClean="0">
              <a:latin typeface="Times New Roman" charset="0"/>
              <a:ea typeface="Times New Roman" charset="0"/>
              <a:cs typeface="Times New Roman" charset="0"/>
            </a:endParaRPr>
          </a:p>
        </p:txBody>
      </p:sp>
      <p:sp>
        <p:nvSpPr>
          <p:cNvPr id="34" name="TextBox 33"/>
          <p:cNvSpPr txBox="1"/>
          <p:nvPr/>
        </p:nvSpPr>
        <p:spPr>
          <a:xfrm>
            <a:off x="881761" y="22678846"/>
            <a:ext cx="12300153" cy="1754326"/>
          </a:xfrm>
          <a:prstGeom prst="rect">
            <a:avLst/>
          </a:prstGeom>
          <a:noFill/>
        </p:spPr>
        <p:txBody>
          <a:bodyPr wrap="square" rtlCol="0">
            <a:spAutoFit/>
          </a:bodyPr>
          <a:lstStyle/>
          <a:p>
            <a:pPr algn="just"/>
            <a:r>
              <a:rPr lang="en-US" sz="2160" dirty="0">
                <a:latin typeface="Times New Roman" charset="0"/>
                <a:ea typeface="Times New Roman" charset="0"/>
                <a:cs typeface="Times New Roman" charset="0"/>
              </a:rPr>
              <a:t>The sequential matching network is a new idea in turn-based dialog, whereby questions and answer options are matched in terms of how appropriate the response is to that particular question and image. The model first embeds and passes all three components through an LSTM to get a feature representation, then matches each answer to a question and image and scores how appropriate that answer is, after convolving, pooling, and concatenation</a:t>
            </a:r>
            <a:r>
              <a:rPr lang="en-US" sz="2160" dirty="0" smtClean="0">
                <a:latin typeface="Times New Roman" charset="0"/>
                <a:ea typeface="Times New Roman" charset="0"/>
                <a:cs typeface="Times New Roman" charset="0"/>
              </a:rPr>
              <a:t>.</a:t>
            </a:r>
            <a:endParaRPr lang="en-US" sz="2160" dirty="0">
              <a:latin typeface="Times New Roman" charset="0"/>
              <a:ea typeface="Times New Roman" charset="0"/>
              <a:cs typeface="Times New Roman" charset="0"/>
            </a:endParaRPr>
          </a:p>
        </p:txBody>
      </p:sp>
      <p:pic>
        <p:nvPicPr>
          <p:cNvPr id="11" name="Picture 10"/>
          <p:cNvPicPr>
            <a:picLocks noChangeAspect="1"/>
          </p:cNvPicPr>
          <p:nvPr/>
        </p:nvPicPr>
        <p:blipFill>
          <a:blip r:embed="rId9">
            <a:extLst>
              <a:ext uri="{28A0092B-C50C-407E-A947-70E740481C1C}">
                <a14:useLocalDpi xmlns:a14="http://schemas.microsoft.com/office/drawing/2010/main" val="0"/>
              </a:ext>
            </a:extLst>
          </a:blip>
          <a:stretch>
            <a:fillRect/>
          </a:stretch>
        </p:blipFill>
        <p:spPr>
          <a:xfrm>
            <a:off x="14405604" y="7084828"/>
            <a:ext cx="11394913" cy="5939902"/>
          </a:xfrm>
          <a:prstGeom prst="rect">
            <a:avLst/>
          </a:prstGeom>
        </p:spPr>
      </p:pic>
      <p:pic>
        <p:nvPicPr>
          <p:cNvPr id="12" name="Picture 11"/>
          <p:cNvPicPr>
            <a:picLocks noChangeAspect="1"/>
          </p:cNvPicPr>
          <p:nvPr/>
        </p:nvPicPr>
        <p:blipFill>
          <a:blip r:embed="rId10">
            <a:extLst>
              <a:ext uri="{28A0092B-C50C-407E-A947-70E740481C1C}">
                <a14:useLocalDpi xmlns:a14="http://schemas.microsoft.com/office/drawing/2010/main" val="0"/>
              </a:ext>
            </a:extLst>
          </a:blip>
          <a:stretch>
            <a:fillRect/>
          </a:stretch>
        </p:blipFill>
        <p:spPr>
          <a:xfrm>
            <a:off x="776402" y="25061437"/>
            <a:ext cx="12564062" cy="4459498"/>
          </a:xfrm>
          <a:prstGeom prst="rect">
            <a:avLst/>
          </a:prstGeom>
        </p:spPr>
      </p:pic>
    </p:spTree>
    <p:extLst>
      <p:ext uri="{BB962C8B-B14F-4D97-AF65-F5344CB8AC3E}">
        <p14:creationId xmlns:p14="http://schemas.microsoft.com/office/powerpoint/2010/main" val="154254544"/>
      </p:ext>
    </p:extLst>
  </p:cSld>
  <p:clrMapOvr>
    <a:masterClrMapping/>
  </p:clrMapOvr>
  <p:timing>
    <p:tnLst>
      <p:par>
        <p:cTn id="1" dur="indefinite" restart="never" nodeType="tmRoot"/>
      </p:par>
    </p:tnLst>
  </p:timing>
</p:sld>
</file>

<file path=ppt/theme/theme1.xml><?xml version="1.0" encoding="utf-8"?>
<a:theme xmlns:a="http://schemas.openxmlformats.org/drawingml/2006/main" name="PosterPresentations.com-70CMx100CM">
  <a:themeElements>
    <a:clrScheme name="Metro">
      <a:dk1>
        <a:sysClr val="windowText" lastClr="000000"/>
      </a:dk1>
      <a:lt1>
        <a:sysClr val="window" lastClr="FFFFFF"/>
      </a:lt1>
      <a:dk2>
        <a:srgbClr val="4E5B6F"/>
      </a:dk2>
      <a:lt2>
        <a:srgbClr val="D6ECFF"/>
      </a:lt2>
      <a:accent1>
        <a:srgbClr val="7FD13B"/>
      </a:accent1>
      <a:accent2>
        <a:srgbClr val="EA157A"/>
      </a:accent2>
      <a:accent3>
        <a:srgbClr val="FEB80A"/>
      </a:accent3>
      <a:accent4>
        <a:srgbClr val="00ADDC"/>
      </a:accent4>
      <a:accent5>
        <a:srgbClr val="738AC8"/>
      </a:accent5>
      <a:accent6>
        <a:srgbClr val="1AB39F"/>
      </a:accent6>
      <a:hlink>
        <a:srgbClr val="EB8803"/>
      </a:hlink>
      <a:folHlink>
        <a:srgbClr val="5F7791"/>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txDef>
      <a:spPr>
        <a:noFill/>
      </a:spPr>
      <a:bodyPr wrap="square" rtlCol="0">
        <a:spAutoFit/>
      </a:bodyPr>
      <a:lstStyle>
        <a:defPPr>
          <a:defRPr sz="2400" dirty="0" smtClean="0">
            <a:latin typeface="Times New Roman" panose="02020603050405020304" pitchFamily="18" charset="0"/>
            <a:cs typeface="Times New Roman" panose="02020603050405020304" pitchFamily="18" charset="0"/>
          </a:defRPr>
        </a:defPPr>
      </a:lstStyle>
    </a:txDef>
  </a:objectDefaults>
  <a:extraClrSchemeLst/>
</a:theme>
</file>

<file path=ppt/theme/theme2.xml><?xml version="1.0" encoding="utf-8"?>
<a:theme xmlns:a="http://schemas.openxmlformats.org/drawingml/2006/main" name="Classic - Wide Center">
  <a:themeElements>
    <a:clrScheme name="Metro">
      <a:dk1>
        <a:sysClr val="windowText" lastClr="000000"/>
      </a:dk1>
      <a:lt1>
        <a:sysClr val="window" lastClr="FFFFFF"/>
      </a:lt1>
      <a:dk2>
        <a:srgbClr val="4E5B6F"/>
      </a:dk2>
      <a:lt2>
        <a:srgbClr val="D6ECFF"/>
      </a:lt2>
      <a:accent1>
        <a:srgbClr val="7FD13B"/>
      </a:accent1>
      <a:accent2>
        <a:srgbClr val="EA157A"/>
      </a:accent2>
      <a:accent3>
        <a:srgbClr val="FEB80A"/>
      </a:accent3>
      <a:accent4>
        <a:srgbClr val="00ADDC"/>
      </a:accent4>
      <a:accent5>
        <a:srgbClr val="738AC8"/>
      </a:accent5>
      <a:accent6>
        <a:srgbClr val="1AB39F"/>
      </a:accent6>
      <a:hlink>
        <a:srgbClr val="EB8803"/>
      </a:hlink>
      <a:folHlink>
        <a:srgbClr val="5F7791"/>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txDef>
      <a:spPr>
        <a:noFill/>
      </a:spPr>
      <a:bodyPr wrap="square" rtlCol="0">
        <a:spAutoFit/>
      </a:bodyPr>
      <a:lstStyle>
        <a:defPPr>
          <a:defRPr sz="2400" dirty="0" err="1" smtClean="0">
            <a:latin typeface="Times New Roman" panose="02020603050405020304" pitchFamily="18" charset="0"/>
            <a:cs typeface="Times New Roman" panose="02020603050405020304" pitchFamily="18" charset="0"/>
          </a:defRPr>
        </a:defPPr>
      </a:lstStyle>
    </a:txDef>
  </a:objectDefaults>
  <a:extraClrSchemeLst/>
</a:theme>
</file>

<file path=ppt/theme/theme3.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4.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emplate>PosterPresentations.com-70CMx100CM</Template>
  <TotalTime>1511</TotalTime>
  <Words>1021</Words>
  <Application>Microsoft Macintosh PowerPoint</Application>
  <PresentationFormat>Custom</PresentationFormat>
  <Paragraphs>38</Paragraphs>
  <Slides>1</Slides>
  <Notes>1</Notes>
  <HiddenSlides>0</HiddenSlides>
  <MMClips>0</MMClips>
  <ScaleCrop>false</ScaleCrop>
  <HeadingPairs>
    <vt:vector size="8" baseType="variant">
      <vt:variant>
        <vt:lpstr>Fonts Used</vt:lpstr>
      </vt:variant>
      <vt:variant>
        <vt:i4>5</vt:i4>
      </vt:variant>
      <vt:variant>
        <vt:lpstr>Theme</vt:lpstr>
      </vt:variant>
      <vt:variant>
        <vt:i4>2</vt:i4>
      </vt:variant>
      <vt:variant>
        <vt:lpstr>Embedded OLE Servers</vt:lpstr>
      </vt:variant>
      <vt:variant>
        <vt:i4>1</vt:i4>
      </vt:variant>
      <vt:variant>
        <vt:lpstr>Slide Titles</vt:lpstr>
      </vt:variant>
      <vt:variant>
        <vt:i4>1</vt:i4>
      </vt:variant>
    </vt:vector>
  </HeadingPairs>
  <TitlesOfParts>
    <vt:vector size="9" baseType="lpstr">
      <vt:lpstr>Calibri</vt:lpstr>
      <vt:lpstr>Times New Roman</vt:lpstr>
      <vt:lpstr>Trebuchet MS</vt:lpstr>
      <vt:lpstr>宋体</vt:lpstr>
      <vt:lpstr>Arial</vt:lpstr>
      <vt:lpstr>PosterPresentations.com-70CMx100CM</vt:lpstr>
      <vt:lpstr>Classic - Wide Center</vt:lpstr>
      <vt:lpstr>Image</vt:lpstr>
      <vt:lpstr>PowerPoint Presentation</vt:lpstr>
    </vt:vector>
  </TitlesOfParts>
  <Company>Hewlett-Packard Company</Company>
  <LinksUpToDate>false</LinksUpToDate>
  <SharedDoc>false</SharedDoc>
  <HyperlinksChanged>false</HyperlinksChanged>
  <AppVersion>15.0000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Presentation</dc:title>
  <dc:creator>CanterburyMedia</dc:creator>
  <dc:description>This template is the property of PosterPresentations.com. Call us if you need help with this poster template._x000d_
1-866-649-3004           _x000d_
 (c)PosterPresentations.com</dc:description>
  <cp:lastModifiedBy>Zhang Hanfu</cp:lastModifiedBy>
  <cp:revision>49</cp:revision>
  <dcterms:created xsi:type="dcterms:W3CDTF">2012-02-10T00:10:15Z</dcterms:created>
  <dcterms:modified xsi:type="dcterms:W3CDTF">2018-05-07T01:13:04Z</dcterms:modified>
</cp:coreProperties>
</file>