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67" autoAdjust="0"/>
    <p:restoredTop sz="94906" autoAdjust="0"/>
  </p:normalViewPr>
  <p:slideViewPr>
    <p:cSldViewPr snapToGrid="0" snapToObjects="1" showGuides="1">
      <p:cViewPr>
        <p:scale>
          <a:sx n="50" d="100"/>
          <a:sy n="50" d="100"/>
        </p:scale>
        <p:origin x="240" y="-696"/>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5/5/18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5/5/18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079"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080"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081"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082"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103"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104"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105"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106"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65119" y="5875819"/>
            <a:ext cx="12956288" cy="2058050"/>
          </a:xfrm>
        </p:spPr>
        <p:txBody>
          <a:bodyPr/>
          <a:lstStyle/>
          <a:p>
            <a:r>
              <a:rPr lang="en-US" dirty="0" smtClean="0"/>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a:t>
            </a:r>
            <a:r>
              <a:rPr lang="en-US" dirty="0" smtClean="0"/>
              <a:t>e captions for the images, and the questions and answers about the images) into a meaningful representation, as well as being able to decode that representation and come out with a correct answer</a:t>
            </a:r>
            <a:r>
              <a:rPr lang="en-US" smtClean="0"/>
              <a:t>. </a:t>
            </a:r>
            <a:endParaRPr lang="en-US" dirty="0"/>
          </a:p>
        </p:txBody>
      </p:sp>
      <p:sp>
        <p:nvSpPr>
          <p:cNvPr id="84" name="Text Placeholder 83"/>
          <p:cNvSpPr>
            <a:spLocks noGrp="1"/>
          </p:cNvSpPr>
          <p:nvPr>
            <p:ph type="body" sz="quarter" idx="11"/>
          </p:nvPr>
        </p:nvSpPr>
        <p:spPr/>
        <p:txBody>
          <a:bodyPr/>
          <a:lstStyle/>
          <a:p>
            <a:r>
              <a:rPr lang="en-US" dirty="0" smtClean="0"/>
              <a:t>Abstract</a:t>
            </a:r>
            <a:endParaRPr lang="en-US" dirty="0"/>
          </a:p>
        </p:txBody>
      </p:sp>
      <p:sp>
        <p:nvSpPr>
          <p:cNvPr id="85" name="Text Placeholder 84"/>
          <p:cNvSpPr>
            <a:spLocks noGrp="1"/>
          </p:cNvSpPr>
          <p:nvPr>
            <p:ph type="body" sz="quarter" idx="20"/>
          </p:nvPr>
        </p:nvSpPr>
        <p:spPr/>
        <p:txBody>
          <a:bodyPr/>
          <a:lstStyle/>
          <a:p>
            <a:endParaRPr lang="en-US"/>
          </a:p>
        </p:txBody>
      </p:sp>
      <p:sp>
        <p:nvSpPr>
          <p:cNvPr id="86" name="Text Placeholder 85"/>
          <p:cNvSpPr>
            <a:spLocks noGrp="1"/>
          </p:cNvSpPr>
          <p:nvPr>
            <p:ph type="body" sz="quarter" idx="25"/>
          </p:nvPr>
        </p:nvSpPr>
        <p:spPr/>
        <p:txBody>
          <a:bodyPr/>
          <a:lstStyle/>
          <a:p>
            <a:endParaRPr lang="en-US"/>
          </a:p>
        </p:txBody>
      </p:sp>
      <p:sp>
        <p:nvSpPr>
          <p:cNvPr id="87" name="Text Placeholder 86"/>
          <p:cNvSpPr>
            <a:spLocks noGrp="1"/>
          </p:cNvSpPr>
          <p:nvPr>
            <p:ph type="body" sz="quarter" idx="26"/>
          </p:nvPr>
        </p:nvSpPr>
        <p:spPr/>
        <p:txBody>
          <a:bodyPr/>
          <a:lstStyle/>
          <a:p>
            <a:endParaRPr lang="en-US"/>
          </a:p>
        </p:txBody>
      </p:sp>
      <p:sp>
        <p:nvSpPr>
          <p:cNvPr id="88" name="Text Placeholder 87"/>
          <p:cNvSpPr>
            <a:spLocks noGrp="1"/>
          </p:cNvSpPr>
          <p:nvPr>
            <p:ph type="body" sz="quarter" idx="27"/>
          </p:nvPr>
        </p:nvSpPr>
        <p:spPr/>
        <p:txBody>
          <a:bodyPr/>
          <a:lstStyle/>
          <a:p>
            <a:endParaRPr lang="en-US"/>
          </a:p>
        </p:txBody>
      </p:sp>
      <p:sp>
        <p:nvSpPr>
          <p:cNvPr id="89" name="Text Placeholder 88"/>
          <p:cNvSpPr>
            <a:spLocks noGrp="1"/>
          </p:cNvSpPr>
          <p:nvPr>
            <p:ph type="body" sz="quarter" idx="28"/>
          </p:nvPr>
        </p:nvSpPr>
        <p:spPr/>
        <p:txBody>
          <a:bodyPr/>
          <a:lstStyle/>
          <a:p>
            <a:endParaRPr lang="en-US"/>
          </a:p>
        </p:txBody>
      </p:sp>
      <p:sp>
        <p:nvSpPr>
          <p:cNvPr id="90" name="Text Placeholder 89"/>
          <p:cNvSpPr>
            <a:spLocks noGrp="1"/>
          </p:cNvSpPr>
          <p:nvPr>
            <p:ph type="body" sz="quarter" idx="29"/>
          </p:nvPr>
        </p:nvSpPr>
        <p:spPr/>
        <p:txBody>
          <a:bodyPr/>
          <a:lstStyle/>
          <a:p>
            <a:endParaRPr lang="en-US"/>
          </a:p>
        </p:txBody>
      </p:sp>
      <p:sp>
        <p:nvSpPr>
          <p:cNvPr id="91" name="Text Placeholder 90"/>
          <p:cNvSpPr>
            <a:spLocks noGrp="1"/>
          </p:cNvSpPr>
          <p:nvPr>
            <p:ph type="body" sz="quarter" idx="30"/>
          </p:nvPr>
        </p:nvSpPr>
        <p:spPr/>
        <p:txBody>
          <a:bodyPr/>
          <a:lstStyle/>
          <a:p>
            <a:endParaRPr lang="en-US"/>
          </a:p>
        </p:txBody>
      </p:sp>
      <p:sp>
        <p:nvSpPr>
          <p:cNvPr id="92" name="Text Placeholder 91"/>
          <p:cNvSpPr>
            <a:spLocks noGrp="1"/>
          </p:cNvSpPr>
          <p:nvPr>
            <p:ph type="body" sz="quarter" idx="96"/>
          </p:nvPr>
        </p:nvSpPr>
        <p:spPr/>
        <p:txBody>
          <a:bodyPr/>
          <a:lstStyle/>
          <a:p>
            <a:endParaRPr lang="en-US"/>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Du, Fred Li, </a:t>
            </a:r>
            <a:r>
              <a:rPr lang="en-US" dirty="0" err="1" smtClean="0"/>
              <a:t>Hanfu</a:t>
            </a:r>
            <a:r>
              <a:rPr lang="en-US" dirty="0" smtClean="0"/>
              <a:t> Zhang, Prashant </a:t>
            </a:r>
            <a:r>
              <a:rPr lang="en-US" dirty="0" err="1" smtClean="0"/>
              <a:t>Arunapuram</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85</TotalTime>
  <Words>117</Words>
  <Application>Microsoft Macintosh PowerPoint</Application>
  <PresentationFormat>Custom</PresentationFormat>
  <Paragraphs>5</Paragraphs>
  <Slides>1</Slides>
  <Notes>0</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8" baseType="lpstr">
      <vt:lpstr>Calibri</vt:lpstr>
      <vt:lpstr>Times New Roman</vt:lpstr>
      <vt:lpstr>Trebuchet MS</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Parunapu</cp:lastModifiedBy>
  <cp:revision>17</cp:revision>
  <dcterms:created xsi:type="dcterms:W3CDTF">2012-02-10T00:10:15Z</dcterms:created>
  <dcterms:modified xsi:type="dcterms:W3CDTF">2018-05-05T23:53:26Z</dcterms:modified>
</cp:coreProperties>
</file>