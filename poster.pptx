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28" autoAdjust="0"/>
    <p:restoredTop sz="94830" autoAdjust="0"/>
  </p:normalViewPr>
  <p:slideViewPr>
    <p:cSldViewPr snapToGrid="0" snapToObjects="1" showGuides="1">
      <p:cViewPr>
        <p:scale>
          <a:sx n="44" d="100"/>
          <a:sy n="44" d="100"/>
        </p:scale>
        <p:origin x="408" y="-4160"/>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55"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56"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57"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58"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79"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80"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81"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82"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3937752"/>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Since the memory limitation, w</a:t>
            </a:r>
            <a:r>
              <a:rPr lang="en-US" dirty="0" smtClean="0">
                <a:solidFill>
                  <a:schemeClr val="tx1"/>
                </a:solidFill>
              </a:rPr>
              <a:t>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pPr algn="just"/>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p>
          <a:p>
            <a:pPr algn="just"/>
            <a:r>
              <a:rPr lang="en-US" b="1" dirty="0" smtClean="0">
                <a:solidFill>
                  <a:schemeClr val="tx1"/>
                </a:solidFill>
              </a:rPr>
              <a:t>Limitation</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authors.</a:t>
            </a:r>
            <a:endParaRPr lang="en-US" dirty="0">
              <a:solidFill>
                <a:schemeClr val="tx1"/>
              </a:solidFill>
            </a:endParaRPr>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042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CIT, </a:t>
            </a:r>
            <a:r>
              <a:rPr lang="en-US" dirty="0"/>
              <a:t>E</a:t>
            </a:r>
            <a:r>
              <a:rPr lang="en-US" dirty="0" smtClean="0"/>
              <a:t>CE,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429259"/>
            <a:ext cx="10393182" cy="3472633"/>
          </a:xfrm>
          <a:prstGeom prst="rect">
            <a:avLst/>
          </a:prstGeom>
        </p:spPr>
      </p:pic>
      <p:sp>
        <p:nvSpPr>
          <p:cNvPr id="23" name="Text Placeholder 84"/>
          <p:cNvSpPr txBox="1">
            <a:spLocks/>
          </p:cNvSpPr>
          <p:nvPr/>
        </p:nvSpPr>
        <p:spPr>
          <a:xfrm>
            <a:off x="535618" y="1172464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831912"/>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535618" y="24348637"/>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586201"/>
            <a:ext cx="12422541" cy="4273800"/>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717" y="25089710"/>
            <a:ext cx="12300154" cy="4353671"/>
          </a:xfrm>
          <a:prstGeom prst="rect">
            <a:avLst/>
          </a:prstGeom>
        </p:spPr>
      </p:pic>
      <p:sp>
        <p:nvSpPr>
          <p:cNvPr id="2" name="TextBox 1"/>
          <p:cNvSpPr txBox="1"/>
          <p:nvPr/>
        </p:nvSpPr>
        <p:spPr>
          <a:xfrm>
            <a:off x="896717" y="16025463"/>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the baseline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a:t>
            </a:r>
            <a:r>
              <a:rPr lang="en-US" sz="2160" dirty="0" smtClean="0">
                <a:latin typeface="Times New Roman" panose="02020603050405020304" pitchFamily="18" charset="0"/>
                <a:cs typeface="Times New Roman" panose="02020603050405020304" pitchFamily="18" charset="0"/>
              </a:rPr>
              <a:t>GRU encoding </a:t>
            </a:r>
            <a:r>
              <a:rPr lang="en-US" sz="2160" dirty="0" smtClean="0">
                <a:latin typeface="Times New Roman" panose="02020603050405020304" pitchFamily="18" charset="0"/>
                <a:cs typeface="Times New Roman" panose="02020603050405020304" pitchFamily="18" charset="0"/>
              </a:rPr>
              <a:t>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endParaRPr lang="en-US" sz="2160" dirty="0" smtClean="0">
              <a:latin typeface="Times New Roman" charset="0"/>
              <a:ea typeface="Times New Roman" charset="0"/>
              <a:cs typeface="Times New Roman" charset="0"/>
            </a:endParaRPr>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1340</TotalTime>
  <Words>835</Words>
  <Application>Microsoft Macintosh PowerPoint</Application>
  <PresentationFormat>Custom</PresentationFormat>
  <Paragraphs>35</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38</cp:revision>
  <dcterms:created xsi:type="dcterms:W3CDTF">2012-02-10T00:10:15Z</dcterms:created>
  <dcterms:modified xsi:type="dcterms:W3CDTF">2018-05-06T22:21:54Z</dcterms:modified>
</cp:coreProperties>
</file>